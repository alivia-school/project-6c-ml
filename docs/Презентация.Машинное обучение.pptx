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3A45"/>
    <a:srgbClr val="5CC8D7"/>
    <a:srgbClr val="015C6F"/>
    <a:srgbClr val="D1E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46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F99AFC-741D-EB63-0786-4177E50A2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91A9F7-5B0A-14FA-78F7-E08A5F77C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A2C85A-43BB-00EA-194B-DBFF73C7A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51AC9B-0838-2214-016A-38544BA6D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F1B75A-05A9-35F5-0F13-611AA86E7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9290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14EB69-FF66-034B-8CC4-806D87D8A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85242A-7335-7623-57E6-D05362520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F3D414E-26E8-A232-EAA6-DD6C230E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E91F7E-478B-9E2F-E59C-DEB5CE62C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4C88AF-04FE-71AB-8C04-07C68EEE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484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5B0527-204D-3215-725A-567C9C081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5234A8-0BE5-2F93-7320-79AC90060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A204F-B444-0E2D-AE5F-1126416A4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E41466-9514-5B8B-3A79-B74DF4846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05A6D1-D9F0-E0E2-1981-5BCE1E8B0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4733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6FE2BA-9682-8380-D3D0-963FBB82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9248F0-B2BB-867A-752D-FEA59ADD7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C82E838-CBC3-C022-2876-8C88ABF806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F2976DE-B6F5-5600-4404-C53492730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8220DF-28FA-BD93-3E3E-3F5152BC7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9DF1D49-96C4-1BB1-212F-08C2A003F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248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75FC68-EA38-339D-1E98-1AE7C93E9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61E7BF-69F8-193E-C9D0-DAA1C0E23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87BC7-5499-E8BB-8EF6-4DB332C6E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48CC677-49BA-274A-2C5E-66C8F74045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4AB565F-AD56-3E04-CA81-FB2CB6BC5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CCB3D21-6A8E-920D-8AB6-38425861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0E36AF-D7CE-974E-412A-6FB2BA5C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FF773C2-C9F0-987E-A585-D87FC247C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06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841D96-E388-8839-C95C-354F59F4C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0E0A11B-B02D-7567-32E0-25CFD5177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CD083A3-26A6-0F37-D38F-AFB22A00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25F1BC-545B-2807-2555-962EED3E3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4777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C8106C1-9EAC-2249-379A-7204FE95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59EC66C-7081-AFA2-B1FF-726C6936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E7A16F-EC13-D0F1-786D-1536BF639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959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A85A5B-9D81-1346-D58D-C9309D731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E944AB-6142-FC29-DD0D-60F6B12DE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401FA8F-09C0-1974-A0C6-1A2C8B411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200B43-7E43-8E8D-AF60-7CA1BA618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89D3F4-29FE-2344-7DEE-2BAA3B6A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703D2A2-E6D4-53A3-1D4E-07B722A10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77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BE0A4E-7693-C50E-04D2-9CDA96C8C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DA0B1DE-D281-F23C-225E-8EF4AD1039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4AC845-F510-8459-B5F3-7BA403D47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C7CBCC2-D93B-B5F2-E6D7-8F25E8134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5AE870E-330B-967D-93A6-37206E026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EBD87A-D8BE-BFD7-E6F4-4626D77BC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116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81B1EA-84C2-36BB-1764-B33199ACF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91ED920-7A07-12CE-FE60-6B1388FB9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7081F8-ACC6-4131-FEDF-CD9BE483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656A77-3FA1-A032-6707-CEFA8118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9087F-789A-006C-8795-6950EAB3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9060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B7D2C17-CC13-482B-7E3A-F29D001E10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F275E53-CFD8-100F-DE12-8815B87A2E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A44022-5A4A-1AC3-A0CA-340BFBBD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656740-830D-A581-9E25-7F8A72DE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E65B96-1629-EDB5-7DEE-7BAF113EF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315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7E3DFF-5B49-8B60-6062-A45DC7B30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48F5BC-6BDB-E603-8491-9B5016B64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A00073-A69D-02FF-A6D3-E024B1950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8F34142-C564-6639-E5D6-66ABC70D17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F635FC-7D64-7EE4-05E5-270ADF7C17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16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4000"/>
            <a:lum/>
          </a:blip>
          <a:srcRect/>
          <a:stretch>
            <a:fillRect t="7000" b="-2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21F7D2-525D-D6A3-F0B9-4E9A7C74953E}"/>
              </a:ext>
            </a:extLst>
          </p:cNvPr>
          <p:cNvSpPr txBox="1"/>
          <p:nvPr/>
        </p:nvSpPr>
        <p:spPr>
          <a:xfrm>
            <a:off x="1607360" y="2562822"/>
            <a:ext cx="9183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Машинное обучение</a:t>
            </a:r>
            <a:endParaRPr lang="ru-RU" sz="54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87C968-EA4C-A9E1-D10C-890D3B8AC1E3}"/>
              </a:ext>
            </a:extLst>
          </p:cNvPr>
          <p:cNvSpPr txBox="1"/>
          <p:nvPr/>
        </p:nvSpPr>
        <p:spPr>
          <a:xfrm>
            <a:off x="7104185" y="3974332"/>
            <a:ext cx="48783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Работа учениц 6 класса «Э»</a:t>
            </a:r>
          </a:p>
          <a:p>
            <a:pPr algn="r"/>
            <a:r>
              <a:rPr lang="ru-RU" sz="2400" b="1" dirty="0" err="1">
                <a:solidFill>
                  <a:schemeClr val="tx2">
                    <a:lumMod val="75000"/>
                  </a:schemeClr>
                </a:solidFill>
              </a:rPr>
              <a:t>Сойчик</a:t>
            </a:r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400" b="1" dirty="0" err="1">
                <a:solidFill>
                  <a:schemeClr val="tx2">
                    <a:lumMod val="75000"/>
                  </a:schemeClr>
                </a:solidFill>
              </a:rPr>
              <a:t>Аливии</a:t>
            </a:r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 Николаевны</a:t>
            </a:r>
          </a:p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и Мороз Надежды Николаевны</a:t>
            </a:r>
          </a:p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Руководитель проекта</a:t>
            </a:r>
          </a:p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Твердохлеб Юлия Алексеевна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798FA-EBF4-F8FC-4C2E-79212FCC0840}"/>
              </a:ext>
            </a:extLst>
          </p:cNvPr>
          <p:cNvSpPr txBox="1"/>
          <p:nvPr/>
        </p:nvSpPr>
        <p:spPr>
          <a:xfrm>
            <a:off x="1607360" y="225663"/>
            <a:ext cx="91833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ДЕПАРТАМЕНТ ОБРАЗОВАНИЯ ГОРОДА МОСКВЫ</a:t>
            </a:r>
          </a:p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ГОСУДАРСТВЕННОЕ БЮДЖЕТНОЕ ОБЩЕОБРАЗОВАТЕЛЬНОЕ УЧРЕЖДЕНИЕ ГОРОДА МОСКВЫ</a:t>
            </a:r>
          </a:p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«ШКОЛА № 1504»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95C69-FF2E-4AA5-4A0D-B38BDBBE8839}"/>
              </a:ext>
            </a:extLst>
          </p:cNvPr>
          <p:cNvSpPr txBox="1"/>
          <p:nvPr/>
        </p:nvSpPr>
        <p:spPr>
          <a:xfrm>
            <a:off x="4103891" y="6439933"/>
            <a:ext cx="398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Москва, 2025-2026</a:t>
            </a:r>
          </a:p>
        </p:txBody>
      </p:sp>
    </p:spTree>
    <p:extLst>
      <p:ext uri="{BB962C8B-B14F-4D97-AF65-F5344CB8AC3E}">
        <p14:creationId xmlns:p14="http://schemas.microsoft.com/office/powerpoint/2010/main" val="2999464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0000"/>
            <a:lum/>
          </a:blip>
          <a:srcRect/>
          <a:stretch>
            <a:fillRect l="21000" t="-3000" r="-13000" b="-18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CD4A3-5911-A745-7487-5E4D71D6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6C209D-392A-CFDF-9EB5-65596AFA9CCD}"/>
              </a:ext>
            </a:extLst>
          </p:cNvPr>
          <p:cNvSpPr txBox="1"/>
          <p:nvPr/>
        </p:nvSpPr>
        <p:spPr>
          <a:xfrm>
            <a:off x="1276599" y="403754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 проекта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CA427-9837-80D6-E20D-824EBC0F04EC}"/>
              </a:ext>
            </a:extLst>
          </p:cNvPr>
          <p:cNvSpPr txBox="1"/>
          <p:nvPr/>
        </p:nvSpPr>
        <p:spPr>
          <a:xfrm>
            <a:off x="6440902" y="5338397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Актуальность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2C07A-7D3A-57AD-0AE0-7E481F181E94}"/>
              </a:ext>
            </a:extLst>
          </p:cNvPr>
          <p:cNvSpPr txBox="1"/>
          <p:nvPr/>
        </p:nvSpPr>
        <p:spPr>
          <a:xfrm>
            <a:off x="536954" y="4215012"/>
            <a:ext cx="41702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модели и  </a:t>
            </a:r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приложения «</a:t>
            </a: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Прогноз оценки по математике»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00A00-F659-3DE1-F12D-6B01A8624FB2}"/>
              </a:ext>
            </a:extLst>
          </p:cNvPr>
          <p:cNvSpPr txBox="1"/>
          <p:nvPr/>
        </p:nvSpPr>
        <p:spPr>
          <a:xfrm>
            <a:off x="6546737" y="399545"/>
            <a:ext cx="443417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Машинное обучение и ИИ стали незаменимыми помощниками для людей  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B96BE4-B2CF-8E49-94C8-678A96302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33" y="1111640"/>
            <a:ext cx="3018477" cy="301847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A6646D-04CC-B8F6-B011-AB7E2A7A4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014" y="2219636"/>
            <a:ext cx="4983479" cy="280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679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l="-14000" t="3000" r="21000" b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5760D7-7D44-3771-B28D-E2AC9A552B9D}"/>
              </a:ext>
            </a:extLst>
          </p:cNvPr>
          <p:cNvSpPr txBox="1"/>
          <p:nvPr/>
        </p:nvSpPr>
        <p:spPr>
          <a:xfrm>
            <a:off x="3287279" y="178671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 простого к сложному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403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1000"/>
            <a:lum/>
          </a:blip>
          <a:srcRect/>
          <a:stretch>
            <a:fillRect l="26000" t="9000" r="-8000" b="-2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13AAAD-597B-BD12-EC90-81BE22F2418F}"/>
              </a:ext>
            </a:extLst>
          </p:cNvPr>
          <p:cNvSpPr txBox="1"/>
          <p:nvPr/>
        </p:nvSpPr>
        <p:spPr>
          <a:xfrm>
            <a:off x="5697415" y="284733"/>
            <a:ext cx="6930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Этапы разработки продукта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08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9000"/>
            <a:lum/>
          </a:blip>
          <a:srcRect/>
          <a:stretch>
            <a:fillRect l="-18000" t="-10000" r="6000" b="-3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851653-CDA2-CA31-A2A2-623537ACAB81}"/>
              </a:ext>
            </a:extLst>
          </p:cNvPr>
          <p:cNvSpPr txBox="1"/>
          <p:nvPr/>
        </p:nvSpPr>
        <p:spPr>
          <a:xfrm>
            <a:off x="694937" y="234108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Данные для машинного обучения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6343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l="11000" t="6000" r="-18000" b="-4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C294AA-67AF-BB88-2E96-B8DF88717EC0}"/>
              </a:ext>
            </a:extLst>
          </p:cNvPr>
          <p:cNvSpPr txBox="1"/>
          <p:nvPr/>
        </p:nvSpPr>
        <p:spPr>
          <a:xfrm>
            <a:off x="297427" y="151522"/>
            <a:ext cx="109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модели ИИ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898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6000"/>
            <a:lum/>
          </a:blip>
          <a:srcRect/>
          <a:stretch>
            <a:fillRect l="-11000" t="4000" r="14000"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DFD99B-C034-4BBE-CC1F-033DBB8B1638}"/>
              </a:ext>
            </a:extLst>
          </p:cNvPr>
          <p:cNvSpPr txBox="1"/>
          <p:nvPr/>
        </p:nvSpPr>
        <p:spPr>
          <a:xfrm>
            <a:off x="473516" y="234604"/>
            <a:ext cx="48392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CA32-8D35-11BC-2CCB-5091430A814E}"/>
              </a:ext>
            </a:extLst>
          </p:cNvPr>
          <p:cNvSpPr txBox="1"/>
          <p:nvPr/>
        </p:nvSpPr>
        <p:spPr>
          <a:xfrm>
            <a:off x="255807" y="2107000"/>
            <a:ext cx="440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</a:rPr>
              <a:t>https://ml-project.publicvm.com/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B8FA9D-E519-77C2-2244-D1A3D04320CA}"/>
              </a:ext>
            </a:extLst>
          </p:cNvPr>
          <p:cNvSpPr txBox="1"/>
          <p:nvPr/>
        </p:nvSpPr>
        <p:spPr>
          <a:xfrm>
            <a:off x="255807" y="1522225"/>
            <a:ext cx="4839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URL:</a:t>
            </a:r>
            <a:endParaRPr lang="ru-RU" sz="32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84768D-E9B6-E548-11A9-B71597838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50" y="2855449"/>
            <a:ext cx="2396375" cy="2422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910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6000"/>
            <a:lum/>
          </a:blip>
          <a:srcRect/>
          <a:stretch>
            <a:fillRect l="22000" t="12000" r="-10000" b="-24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04928-C0E3-2CAF-4005-CB3D366AD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ABC8DE-81A0-116C-CAB5-E85720748348}"/>
              </a:ext>
            </a:extLst>
          </p:cNvPr>
          <p:cNvSpPr txBox="1"/>
          <p:nvPr/>
        </p:nvSpPr>
        <p:spPr>
          <a:xfrm>
            <a:off x="7644865" y="120650"/>
            <a:ext cx="43566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8217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9000"/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91581-F5BE-B274-98B5-046F2029B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47DE1A-5D6B-E8F7-A2AE-85773C571CC7}"/>
              </a:ext>
            </a:extLst>
          </p:cNvPr>
          <p:cNvSpPr txBox="1"/>
          <p:nvPr/>
        </p:nvSpPr>
        <p:spPr>
          <a:xfrm>
            <a:off x="869866" y="391863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Заключение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26" name="Picture 2" descr="Ноутбук в подарок ребенку: какой купить настольный ПК качественный и  недорогой - Педагогический портал «О детстве»">
            <a:extLst>
              <a:ext uri="{FF2B5EF4-FFF2-40B4-BE49-F238E27FC236}">
                <a16:creationId xmlns:a16="http://schemas.microsoft.com/office/drawing/2014/main" id="{221DA824-A017-86C0-A3F0-860479CBEC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373" y="1099749"/>
            <a:ext cx="4171121" cy="2780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FB24AA4-F235-51D0-063D-0BB89064E5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333588"/>
            <a:ext cx="4658936" cy="247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B3A4A6-5BC3-B72C-72C1-14C992EF1950}"/>
              </a:ext>
            </a:extLst>
          </p:cNvPr>
          <p:cNvSpPr txBox="1"/>
          <p:nvPr/>
        </p:nvSpPr>
        <p:spPr>
          <a:xfrm>
            <a:off x="973373" y="4132377"/>
            <a:ext cx="43699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Приложение </a:t>
            </a:r>
            <a:r>
              <a:rPr lang="ru-RU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может </a:t>
            </a:r>
            <a:r>
              <a:rPr lang="ru-RU" sz="1800" dirty="0"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иметь практическое применение для школьников 5-7 классов для изучения алгоритма решения линейных уравнений и как помощник для их решения в будущем.</a:t>
            </a:r>
            <a:endParaRPr lang="ru-RU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539E3-5342-2823-0FF3-1B38746669BB}"/>
              </a:ext>
            </a:extLst>
          </p:cNvPr>
          <p:cNvSpPr txBox="1"/>
          <p:nvPr/>
        </p:nvSpPr>
        <p:spPr>
          <a:xfrm>
            <a:off x="6096000" y="2228671"/>
            <a:ext cx="4328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 процессе тестирования были выявлены моменты, которые можно улучшить в следующих версиях.</a:t>
            </a:r>
            <a:endParaRPr lang="ru-RU" dirty="0">
              <a:solidFill>
                <a:srgbClr val="015C6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701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1000"/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D3152-31D0-1DED-D8ED-5BA5FCFE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593AA1A-DB38-6062-B10C-28696AFBF1EE}"/>
              </a:ext>
            </a:extLst>
          </p:cNvPr>
          <p:cNvSpPr txBox="1"/>
          <p:nvPr/>
        </p:nvSpPr>
        <p:spPr>
          <a:xfrm>
            <a:off x="2138288" y="1225849"/>
            <a:ext cx="82577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Спасибо за внимание!</a:t>
            </a:r>
            <a:endParaRPr lang="ru-RU" sz="66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36512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133</Words>
  <Application>Microsoft Office PowerPoint</Application>
  <PresentationFormat>Широкоэкранный</PresentationFormat>
  <Paragraphs>26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Aly</dc:creator>
  <cp:lastModifiedBy>Alivia</cp:lastModifiedBy>
  <cp:revision>51</cp:revision>
  <dcterms:created xsi:type="dcterms:W3CDTF">2025-01-14T13:39:54Z</dcterms:created>
  <dcterms:modified xsi:type="dcterms:W3CDTF">2026-01-14T19:07:31Z</dcterms:modified>
</cp:coreProperties>
</file>