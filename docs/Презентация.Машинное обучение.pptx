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9" r:id="rId4"/>
    <p:sldId id="258" r:id="rId5"/>
    <p:sldId id="260" r:id="rId6"/>
    <p:sldId id="261" r:id="rId7"/>
    <p:sldId id="262" r:id="rId8"/>
    <p:sldId id="263" r:id="rId9"/>
    <p:sldId id="264" r:id="rId10"/>
    <p:sldId id="267" r:id="rId11"/>
    <p:sldId id="266" r:id="rId12"/>
  </p:sldIdLst>
  <p:sldSz cx="12192000" cy="6858000"/>
  <p:notesSz cx="12192000" cy="6858000"/>
  <p:defaultTextStyle>
    <a:defPPr>
      <a:defRPr lang="ru-RU"/>
    </a:defPPr>
    <a:lvl1pPr marL="0" algn="l" defTabSz="91440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840">
          <p15:clr>
            <a:srgbClr val="A4A3A4"/>
          </p15:clr>
        </p15:guide>
        <p15:guide id="2" orient="horz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>
              <a:solidFill>
                <a:schemeClr val="lt1"/>
              </a:solidFill>
            </a:ln>
          </a:left>
          <a:right>
            <a:ln w="12700">
              <a:solidFill>
                <a:schemeClr val="lt1"/>
              </a:solidFill>
            </a:ln>
          </a:right>
          <a:top>
            <a:ln w="12700">
              <a:solidFill>
                <a:schemeClr val="lt1"/>
              </a:solidFill>
            </a:ln>
          </a:top>
          <a:bottom>
            <a:ln w="12700">
              <a:solidFill>
                <a:schemeClr val="lt1"/>
              </a:solidFill>
            </a:ln>
          </a:bottom>
          <a:insideH>
            <a:ln w="12700">
              <a:solidFill>
                <a:schemeClr val="lt1"/>
              </a:solidFill>
            </a:ln>
          </a:insideH>
          <a:insideV>
            <a:ln w="12700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  <a:fill>
          <a:solidFill>
            <a:schemeClr val="accent1">
              <a:tint val="40000"/>
            </a:schemeClr>
          </a:solidFill>
        </a:fill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seCell>
      <a:tcStyle>
        <a:tcBdr/>
      </a:tcStyle>
    </a:seCell>
    <a:swCell>
      <a:tcStyle>
        <a:tcBdr/>
      </a:tcStyle>
    </a:swCell>
    <a:firstRow>
      <a:tcTxStyle b="on">
        <a:fontRef idx="minor">
          <a:prstClr val="black"/>
        </a:fontRef>
        <a:schemeClr val="lt1"/>
      </a:tcTxStyle>
      <a:tcStyle>
        <a:tcBdr>
          <a:bottom>
            <a:ln w="38100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  <a:neCell>
      <a:tcStyle>
        <a:tcBdr/>
      </a:tcStyle>
    </a:neCell>
    <a:nwCell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2" d="100"/>
          <a:sy n="82" d="100"/>
        </p:scale>
        <p:origin x="462" y="84"/>
      </p:cViewPr>
      <p:guideLst>
        <p:guide pos="3840"/>
        <p:guide orient="horz" pos="216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diagrams/_rels/data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image" Target="../media/image9.png"/></Relationships>
</file>

<file path=ppt/diagrams/_rels/data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image" Target="../media/image13.png"/></Relationships>
</file>

<file path=ppt/diagrams/_rels/drawing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image" Target="../media/image9.png"/></Relationships>
</file>

<file path=ppt/diagrams/_rels/drawing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image" Target="../media/image13.pn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0_3">
  <dgm:title val=""/>
  <dgm:desc val=""/>
  <dgm:catLst>
    <dgm:cat type="mainScheme" pri="10300"/>
  </dgm:catLst>
  <dgm:styleLbl name="node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lignNode1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ln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vennNode1">
    <dgm:fillClrLst meth="repeat">
      <a:schemeClr val="dk2">
        <a:alpha val="50000"/>
      </a:schemeClr>
    </dgm:fillClrLst>
    <dgm:linClrLst meth="repeat">
      <a:schemeClr val="lt2"/>
    </dgm:linClrLst>
    <dgm:effectClrLst/>
    <dgm:txLinClrLst/>
    <dgm:txFillClrLst/>
    <dgm:txEffectClrLst/>
  </dgm:styleLbl>
  <dgm:styleLbl name="node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fgImgPlace1">
    <dgm:fillClrLst meth="repeat">
      <a:schemeClr val="dk2">
        <a:tint val="50000"/>
      </a:schemeClr>
    </dgm:fillClrLst>
    <dgm:linClrLst meth="repeat">
      <a:schemeClr val="lt2"/>
    </dgm:linClrLst>
    <dgm:effectClrLst/>
    <dgm:txLinClrLst/>
    <dgm:txFillClrLst meth="repeat">
      <a:schemeClr val="lt2"/>
    </dgm:txFillClrLst>
    <dgm:txEffectClrLst/>
  </dgm:styleLbl>
  <dgm:styleLbl name="align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bg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callout">
    <dgm:fillClrLst meth="repeat">
      <a:schemeClr val="dk2"/>
    </dgm:fillClrLst>
    <dgm:linClrLst meth="repeat">
      <a:schemeClr val="dk2">
        <a:tint val="50000"/>
      </a:schemeClr>
    </dgm:linClrLst>
    <dgm:effectClrLst/>
    <dgm:txLinClrLst/>
    <dgm:txFillClrLst meth="repeat">
      <a:schemeClr val="lt2"/>
    </dgm:txFillClrLst>
    <dgm:txEffectClrLst/>
  </dgm:styleLbl>
  <dgm:styleLbl name="asst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parCh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lt2"/>
    </dgm:txFillClrLst>
    <dgm:txEffectClrLst/>
  </dgm:styleLbl>
  <dgm:styleLbl name="parChTrans2D2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3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4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1D1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2">
        <a:alpha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2">
        <a:tint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2">
        <a:shade val="8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2">
        <a:tint val="50000"/>
        <a:alpha val="4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2">
        <a:tint val="60000"/>
      </a:schemeClr>
    </dgm:fillClrLst>
    <dgm:linClrLst meth="repeat">
      <a:schemeClr val="lt2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2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6_2">
  <dgm:title val=""/>
  <dgm:desc val=""/>
  <dgm:catLst>
    <dgm:cat type="accent6" pri="11200"/>
  </dgm:catLst>
  <dgm:styleLbl name="node0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6"/>
    </dgm:fillClrLst>
    <dgm:linClrLst meth="repeat">
      <a:schemeClr val="accent6"/>
    </dgm:linClrLst>
    <dgm:effectClrLst/>
    <dgm:txLinClrLst/>
    <dgm:txFillClrLst/>
    <dgm:txEffectClrLst/>
  </dgm:styleLbl>
  <dgm:styleLbl name="lnNode1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6"/>
    </dgm:fillClrLst>
    <dgm:linClrLst meth="repeat">
      <a:schemeClr val="accent6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6"/>
    </dgm:fillClrLst>
    <dgm:linClrLst meth="repeat">
      <a:schemeClr val="accent6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/>
    </dgm:fillClrLst>
    <dgm:linClrLst meth="repeat">
      <a:schemeClr val="accent6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/>
    </dgm:fillClrLst>
    <dgm:linClrLst meth="repeat">
      <a:schemeClr val="accent6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/>
    </dgm:fillClrLst>
    <dgm:linClrLst meth="repeat">
      <a:schemeClr val="accent6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6">
        <a:alpha val="90000"/>
        <a:tint val="40000"/>
      </a:schemeClr>
    </dgm:fillClrLst>
    <dgm:linClrLst meth="repeat">
      <a:schemeClr val="accent6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6">
        <a:alpha val="90000"/>
        <a:tint val="40000"/>
      </a:schemeClr>
    </dgm:fillClrLst>
    <dgm:linClrLst meth="repeat">
      <a:schemeClr val="accent6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6">
        <a:alpha val="90000"/>
        <a:tint val="40000"/>
      </a:schemeClr>
    </dgm:fillClrLst>
    <dgm:linClrLst meth="repeat">
      <a:schemeClr val="accent6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6">
        <a:tint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6">
        <a:shade val="80000"/>
      </a:schemeClr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6">
        <a:tint val="50000"/>
        <a:alpha val="40000"/>
      </a:schemeClr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6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5_1">
  <dgm:title val=""/>
  <dgm:desc val=""/>
  <dgm:catLst>
    <dgm:cat type="accent5" pri="11100"/>
  </dgm:catLst>
  <dgm:styleLbl name="node0">
    <dgm:fillClrLst meth="repeat">
      <a:schemeClr val="lt1"/>
    </dgm:fillClrLst>
    <dgm:linClrLst meth="repeat">
      <a:schemeClr val="accent5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">
    <dgm:fillClrLst meth="repeat">
      <a:schemeClr val="lt1"/>
    </dgm:fillClrLst>
    <dgm:linClrLst meth="repeat">
      <a:schemeClr val="accent5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lt1"/>
    </dgm:fillClrLst>
    <dgm:linClrLst meth="repeat">
      <a:schemeClr val="accent5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lt1"/>
    </dgm:fillClrLst>
    <dgm:linClrLst meth="repeat">
      <a:schemeClr val="accent5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accent5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accent5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">
    <dgm:fillClrLst meth="repeat">
      <a:schemeClr val="lt1"/>
    </dgm:fillClrLst>
    <dgm:linClrLst meth="repeat">
      <a:schemeClr val="accent5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">
    <dgm:fillClrLst meth="repeat">
      <a:schemeClr val="lt1"/>
    </dgm:fillClrLst>
    <dgm:linClrLst meth="repeat">
      <a:schemeClr val="accent5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accent5">
        <a:tint val="40000"/>
      </a:schemeClr>
    </dgm:fillClrLst>
    <dgm:linClrLst meth="repeat">
      <a:schemeClr val="accent5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5">
        <a:tint val="40000"/>
      </a:schemeClr>
    </dgm:fillClrLst>
    <dgm:linClrLst meth="repeat">
      <a:schemeClr val="accent5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5">
        <a:tint val="40000"/>
      </a:schemeClr>
    </dgm:fillClrLst>
    <dgm:linClrLst meth="repeat">
      <a:schemeClr val="accent5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5">
        <a:tint val="60000"/>
      </a:schemeClr>
    </dgm:fillClrLst>
    <dgm:linClrLst meth="repeat">
      <a:schemeClr val="accent5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accent5">
        <a:tint val="60000"/>
      </a:schemeClr>
    </dgm:fillClrLst>
    <dgm:linClrLst meth="repeat">
      <a:schemeClr val="accent5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accent5">
        <a:tint val="60000"/>
      </a:schemeClr>
    </dgm:fillClrLst>
    <dgm:linClrLst meth="repeat">
      <a:schemeClr val="accent5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sib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accent5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1">
    <dgm:fillClrLst meth="repeat">
      <a:schemeClr val="lt1"/>
    </dgm:fillClrLst>
    <dgm:linClrLst meth="repeat">
      <a:schemeClr val="accent5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2">
    <dgm:fillClrLst meth="repeat">
      <a:schemeClr val="lt1"/>
    </dgm:fillClrLst>
    <dgm:linClrLst meth="repeat">
      <a:schemeClr val="accent5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3">
    <dgm:fillClrLst meth="repeat">
      <a:schemeClr val="lt1"/>
    </dgm:fillClrLst>
    <dgm:linClrLst meth="repeat">
      <a:schemeClr val="accent5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4">
    <dgm:fillClrLst meth="repeat">
      <a:schemeClr val="lt1"/>
    </dgm:fillClrLst>
    <dgm:linClrLst meth="repeat">
      <a:schemeClr val="accent5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parChTrans2D1">
    <dgm:fillClrLst meth="repeat">
      <a:schemeClr val="accent5">
        <a:tint val="60000"/>
      </a:schemeClr>
    </dgm:fillClrLst>
    <dgm:linClrLst meth="repeat">
      <a:schemeClr val="accent5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accent5"/>
    </dgm:fillClrLst>
    <dgm:linClrLst meth="repeat">
      <a:schemeClr val="accent5"/>
    </dgm:linClrLst>
    <dgm:effectClrLst/>
    <dgm:txLinClrLst/>
    <dgm:txFillClrLst/>
    <dgm:txEffectClrLst/>
  </dgm:styleLbl>
  <dgm:styleLbl name="parChTrans2D3">
    <dgm:fillClrLst meth="repeat">
      <a:schemeClr val="accent5"/>
    </dgm:fillClrLst>
    <dgm:linClrLst meth="repeat">
      <a:schemeClr val="accent5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5"/>
    </dgm:fillClrLst>
    <dgm:linClrLst meth="repeat">
      <a:schemeClr val="accent5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5"/>
    </dgm:fillClrLst>
    <dgm:linClrLst meth="repeat">
      <a:schemeClr val="accent5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/>
    </dgm:fillClrLst>
    <dgm:linClrLst meth="repeat">
      <a:schemeClr val="accent5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accent5">
        <a:alpha val="90000"/>
        <a:tint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accent5">
        <a:alpha val="90000"/>
        <a:tint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accent5">
        <a:alpha val="90000"/>
        <a:tint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accent5">
        <a:alpha val="40000"/>
        <a:tint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accent5">
        <a:alpha val="90000"/>
        <a:tint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accent5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accent5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accent5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accent5">
        <a:alpha val="90000"/>
        <a:tint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accent5">
        <a:alpha val="90000"/>
        <a:tint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accent5">
        <a:alpha val="90000"/>
        <a:tint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accent5">
        <a:alpha val="90000"/>
        <a:tint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8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5_1">
  <dgm:title val=""/>
  <dgm:desc val=""/>
  <dgm:catLst>
    <dgm:cat type="accent5" pri="11100"/>
  </dgm:catLst>
  <dgm:styleLbl name="node0">
    <dgm:fillClrLst meth="repeat">
      <a:schemeClr val="lt1"/>
    </dgm:fillClrLst>
    <dgm:linClrLst meth="repeat">
      <a:schemeClr val="accent5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">
    <dgm:fillClrLst meth="repeat">
      <a:schemeClr val="lt1"/>
    </dgm:fillClrLst>
    <dgm:linClrLst meth="repeat">
      <a:schemeClr val="accent5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lt1"/>
    </dgm:fillClrLst>
    <dgm:linClrLst meth="repeat">
      <a:schemeClr val="accent5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lt1"/>
    </dgm:fillClrLst>
    <dgm:linClrLst meth="repeat">
      <a:schemeClr val="accent5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accent5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accent5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">
    <dgm:fillClrLst meth="repeat">
      <a:schemeClr val="lt1"/>
    </dgm:fillClrLst>
    <dgm:linClrLst meth="repeat">
      <a:schemeClr val="accent5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">
    <dgm:fillClrLst meth="repeat">
      <a:schemeClr val="lt1"/>
    </dgm:fillClrLst>
    <dgm:linClrLst meth="repeat">
      <a:schemeClr val="accent5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accent5">
        <a:tint val="40000"/>
      </a:schemeClr>
    </dgm:fillClrLst>
    <dgm:linClrLst meth="repeat">
      <a:schemeClr val="accent5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5">
        <a:tint val="40000"/>
      </a:schemeClr>
    </dgm:fillClrLst>
    <dgm:linClrLst meth="repeat">
      <a:schemeClr val="accent5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5">
        <a:tint val="40000"/>
      </a:schemeClr>
    </dgm:fillClrLst>
    <dgm:linClrLst meth="repeat">
      <a:schemeClr val="accent5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5">
        <a:tint val="60000"/>
      </a:schemeClr>
    </dgm:fillClrLst>
    <dgm:linClrLst meth="repeat">
      <a:schemeClr val="accent5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accent5">
        <a:tint val="60000"/>
      </a:schemeClr>
    </dgm:fillClrLst>
    <dgm:linClrLst meth="repeat">
      <a:schemeClr val="accent5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accent5">
        <a:tint val="60000"/>
      </a:schemeClr>
    </dgm:fillClrLst>
    <dgm:linClrLst meth="repeat">
      <a:schemeClr val="accent5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sib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accent5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1">
    <dgm:fillClrLst meth="repeat">
      <a:schemeClr val="lt1"/>
    </dgm:fillClrLst>
    <dgm:linClrLst meth="repeat">
      <a:schemeClr val="accent5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2">
    <dgm:fillClrLst meth="repeat">
      <a:schemeClr val="lt1"/>
    </dgm:fillClrLst>
    <dgm:linClrLst meth="repeat">
      <a:schemeClr val="accent5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3">
    <dgm:fillClrLst meth="repeat">
      <a:schemeClr val="lt1"/>
    </dgm:fillClrLst>
    <dgm:linClrLst meth="repeat">
      <a:schemeClr val="accent5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4">
    <dgm:fillClrLst meth="repeat">
      <a:schemeClr val="lt1"/>
    </dgm:fillClrLst>
    <dgm:linClrLst meth="repeat">
      <a:schemeClr val="accent5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parChTrans2D1">
    <dgm:fillClrLst meth="repeat">
      <a:schemeClr val="accent5">
        <a:tint val="60000"/>
      </a:schemeClr>
    </dgm:fillClrLst>
    <dgm:linClrLst meth="repeat">
      <a:schemeClr val="accent5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accent5"/>
    </dgm:fillClrLst>
    <dgm:linClrLst meth="repeat">
      <a:schemeClr val="accent5"/>
    </dgm:linClrLst>
    <dgm:effectClrLst/>
    <dgm:txLinClrLst/>
    <dgm:txFillClrLst/>
    <dgm:txEffectClrLst/>
  </dgm:styleLbl>
  <dgm:styleLbl name="parChTrans2D3">
    <dgm:fillClrLst meth="repeat">
      <a:schemeClr val="accent5"/>
    </dgm:fillClrLst>
    <dgm:linClrLst meth="repeat">
      <a:schemeClr val="accent5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5"/>
    </dgm:fillClrLst>
    <dgm:linClrLst meth="repeat">
      <a:schemeClr val="accent5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5"/>
    </dgm:fillClrLst>
    <dgm:linClrLst meth="repeat">
      <a:schemeClr val="accent5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/>
    </dgm:fillClrLst>
    <dgm:linClrLst meth="repeat">
      <a:schemeClr val="accent5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accent5">
        <a:alpha val="90000"/>
        <a:tint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accent5">
        <a:alpha val="90000"/>
        <a:tint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accent5">
        <a:alpha val="90000"/>
        <a:tint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accent5">
        <a:alpha val="40000"/>
        <a:tint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accent5">
        <a:alpha val="90000"/>
        <a:tint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accent5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accent5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accent5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accent5">
        <a:alpha val="90000"/>
        <a:tint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accent5">
        <a:alpha val="90000"/>
        <a:tint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accent5">
        <a:alpha val="90000"/>
        <a:tint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accent5">
        <a:alpha val="90000"/>
        <a:tint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8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353C8EBE-1679-4236-8966-A19F9B537657}" type="doc">
      <dgm:prSet loTypeId="urn:microsoft.com/office/officeart/2005/8/layout/process5" loCatId="process" qsTypeId="urn:microsoft.com/office/officeart/2005/8/quickstyle/simple4#1" qsCatId="simple" csTypeId="urn:microsoft.com/office/officeart/2005/8/colors/accent0_3" csCatId="mainScheme" phldr="1"/>
      <dgm:spPr bwMode="auto"/>
      <dgm:t>
        <a:bodyPr/>
        <a:lstStyle/>
        <a:p>
          <a:pPr>
            <a:defRPr/>
          </a:pPr>
          <a:endParaRPr lang="ru-RU"/>
        </a:p>
      </dgm:t>
    </dgm:pt>
    <dgm:pt modelId="{524E44C9-F09F-4A6F-9270-3428B576FE7F}">
      <dgm:prSet phldrT="[Текст]" custT="1"/>
      <dgm:spPr bwMode="auto"/>
      <dgm:t>
        <a:bodyPr/>
        <a:lstStyle/>
        <a:p>
          <a:pPr>
            <a:buNone/>
            <a:defRPr/>
          </a:pPr>
          <a:r>
            <a:rPr lang="ru-RU" sz="1400"/>
            <a:t>Выбор языка программирования, библиотек и среды разработки</a:t>
          </a:r>
          <a:endParaRPr/>
        </a:p>
      </dgm:t>
    </dgm:pt>
    <dgm:pt modelId="{F822616F-42FB-4B55-952A-08CABFF7E2F1}" type="parTrans" cxnId="{2054203E-E514-4BCF-9287-2B1856CB9484}">
      <dgm:prSet/>
      <dgm:spPr bwMode="auto"/>
      <dgm:t>
        <a:bodyPr/>
        <a:lstStyle/>
        <a:p>
          <a:pPr>
            <a:defRPr/>
          </a:pPr>
          <a:endParaRPr lang="ru-RU" sz="1400"/>
        </a:p>
      </dgm:t>
    </dgm:pt>
    <dgm:pt modelId="{8816656E-3D3C-4C7A-9BAD-7E63A1690CEC}" type="sibTrans" cxnId="{2054203E-E514-4BCF-9287-2B1856CB9484}">
      <dgm:prSet custT="1"/>
      <dgm:spPr bwMode="auto"/>
      <dgm:t>
        <a:bodyPr/>
        <a:lstStyle/>
        <a:p>
          <a:pPr>
            <a:defRPr/>
          </a:pPr>
          <a:endParaRPr lang="ru-RU" sz="1400"/>
        </a:p>
      </dgm:t>
    </dgm:pt>
    <dgm:pt modelId="{4A9B5F7B-F8B5-4513-8159-9108D0633A49}">
      <dgm:prSet phldrT="[Текст]" custT="1"/>
      <dgm:spPr bwMode="auto"/>
      <dgm:t>
        <a:bodyPr/>
        <a:lstStyle/>
        <a:p>
          <a:pPr>
            <a:buNone/>
            <a:defRPr/>
          </a:pPr>
          <a:r>
            <a:rPr lang="ru-RU" sz="1400" dirty="0"/>
            <a:t>Подготовка датасета для обучения нашей модели</a:t>
          </a:r>
          <a:endParaRPr dirty="0"/>
        </a:p>
      </dgm:t>
    </dgm:pt>
    <dgm:pt modelId="{3B400692-D052-4D54-99B4-98853A42639D}" type="parTrans" cxnId="{EEE4A69E-7DAC-4FA5-80BE-F832AADE4FEA}">
      <dgm:prSet/>
      <dgm:spPr bwMode="auto"/>
      <dgm:t>
        <a:bodyPr/>
        <a:lstStyle/>
        <a:p>
          <a:pPr>
            <a:defRPr/>
          </a:pPr>
          <a:endParaRPr lang="ru-RU" sz="1400"/>
        </a:p>
      </dgm:t>
    </dgm:pt>
    <dgm:pt modelId="{E31EBE2D-37EB-4FE1-B145-9C2D0D74939D}" type="sibTrans" cxnId="{EEE4A69E-7DAC-4FA5-80BE-F832AADE4FEA}">
      <dgm:prSet custT="1"/>
      <dgm:spPr bwMode="auto"/>
      <dgm:t>
        <a:bodyPr/>
        <a:lstStyle/>
        <a:p>
          <a:pPr>
            <a:defRPr/>
          </a:pPr>
          <a:endParaRPr lang="ru-RU" sz="1400"/>
        </a:p>
      </dgm:t>
    </dgm:pt>
    <dgm:pt modelId="{97258F43-4D6B-4BCD-9EB1-39853DBABF5E}">
      <dgm:prSet phldrT="[Текст]" custT="1"/>
      <dgm:spPr bwMode="auto"/>
      <dgm:t>
        <a:bodyPr/>
        <a:lstStyle/>
        <a:p>
          <a:pPr>
            <a:buNone/>
            <a:defRPr/>
          </a:pPr>
          <a:r>
            <a:rPr lang="ru-RU" sz="1400"/>
            <a:t>Спроектировать нейронную сеть для нашей модели (список слоев)</a:t>
          </a:r>
          <a:endParaRPr/>
        </a:p>
      </dgm:t>
    </dgm:pt>
    <dgm:pt modelId="{4B615FC6-DACD-4009-81DB-21A0850BAF54}" type="parTrans" cxnId="{BA7D844D-FE6B-4159-AB9E-BEBF2F273B45}">
      <dgm:prSet/>
      <dgm:spPr bwMode="auto"/>
      <dgm:t>
        <a:bodyPr/>
        <a:lstStyle/>
        <a:p>
          <a:pPr>
            <a:defRPr/>
          </a:pPr>
          <a:endParaRPr lang="ru-RU" sz="1400"/>
        </a:p>
      </dgm:t>
    </dgm:pt>
    <dgm:pt modelId="{F6B51E38-9E02-4D4D-95AF-1192A8C80A08}" type="sibTrans" cxnId="{BA7D844D-FE6B-4159-AB9E-BEBF2F273B45}">
      <dgm:prSet custT="1"/>
      <dgm:spPr bwMode="auto"/>
      <dgm:t>
        <a:bodyPr/>
        <a:lstStyle/>
        <a:p>
          <a:pPr>
            <a:defRPr/>
          </a:pPr>
          <a:endParaRPr lang="ru-RU" sz="1400"/>
        </a:p>
      </dgm:t>
    </dgm:pt>
    <dgm:pt modelId="{6E50E966-323B-4A69-9966-9B1CFDDC8510}">
      <dgm:prSet phldrT="[Текст]" custT="1"/>
      <dgm:spPr bwMode="auto"/>
      <dgm:t>
        <a:bodyPr/>
        <a:lstStyle/>
        <a:p>
          <a:pPr>
            <a:buNone/>
            <a:defRPr/>
          </a:pPr>
          <a:r>
            <a:rPr lang="ru-RU" sz="1400"/>
            <a:t>Описать модель на языке </a:t>
          </a:r>
          <a:r>
            <a:rPr lang="en-US" sz="1400"/>
            <a:t>Python</a:t>
          </a:r>
          <a:endParaRPr lang="ru-RU" sz="1400"/>
        </a:p>
      </dgm:t>
    </dgm:pt>
    <dgm:pt modelId="{A02CCFC0-43BC-46E4-A355-B1732C1C2ED6}" type="parTrans" cxnId="{8FE1FC4C-FE43-4FA7-8BF8-7CCB865996A1}">
      <dgm:prSet/>
      <dgm:spPr bwMode="auto"/>
      <dgm:t>
        <a:bodyPr/>
        <a:lstStyle/>
        <a:p>
          <a:pPr>
            <a:defRPr/>
          </a:pPr>
          <a:endParaRPr lang="ru-RU" sz="1400"/>
        </a:p>
      </dgm:t>
    </dgm:pt>
    <dgm:pt modelId="{F57884D6-5D8B-458D-A026-62A8D3733C74}" type="sibTrans" cxnId="{8FE1FC4C-FE43-4FA7-8BF8-7CCB865996A1}">
      <dgm:prSet custT="1"/>
      <dgm:spPr bwMode="auto"/>
      <dgm:t>
        <a:bodyPr/>
        <a:lstStyle/>
        <a:p>
          <a:pPr>
            <a:defRPr/>
          </a:pPr>
          <a:endParaRPr lang="ru-RU" sz="1400"/>
        </a:p>
      </dgm:t>
    </dgm:pt>
    <dgm:pt modelId="{747D72AC-A6D6-40FF-8F7C-EEC26570021A}">
      <dgm:prSet phldrT="[Текст]" custT="1"/>
      <dgm:spPr bwMode="auto"/>
      <dgm:t>
        <a:bodyPr/>
        <a:lstStyle/>
        <a:p>
          <a:pPr>
            <a:buNone/>
            <a:defRPr/>
          </a:pPr>
          <a:r>
            <a:rPr lang="ru-RU" sz="1400"/>
            <a:t>Обучить и протестировать модель. Сохранить модель</a:t>
          </a:r>
          <a:endParaRPr/>
        </a:p>
      </dgm:t>
    </dgm:pt>
    <dgm:pt modelId="{51294600-F5D2-49CC-8E33-958F2835725F}" type="parTrans" cxnId="{FC21BEA3-709A-4827-A749-450ECDEFF538}">
      <dgm:prSet/>
      <dgm:spPr bwMode="auto"/>
      <dgm:t>
        <a:bodyPr/>
        <a:lstStyle/>
        <a:p>
          <a:pPr>
            <a:defRPr/>
          </a:pPr>
          <a:endParaRPr lang="ru-RU" sz="1400"/>
        </a:p>
      </dgm:t>
    </dgm:pt>
    <dgm:pt modelId="{729A3424-3A97-462D-BE5E-CB9C7B787FCE}" type="sibTrans" cxnId="{FC21BEA3-709A-4827-A749-450ECDEFF538}">
      <dgm:prSet/>
      <dgm:spPr bwMode="auto"/>
      <dgm:t>
        <a:bodyPr/>
        <a:lstStyle/>
        <a:p>
          <a:pPr>
            <a:defRPr/>
          </a:pPr>
          <a:endParaRPr lang="ru-RU" sz="1400"/>
        </a:p>
      </dgm:t>
    </dgm:pt>
    <dgm:pt modelId="{C94B4FFD-C0E4-4084-884C-0F4649D92B3D}" type="pres">
      <dgm:prSet presAssocID="{353C8EBE-1679-4236-8966-A19F9B537657}" presName="diagram" presStyleCnt="0">
        <dgm:presLayoutVars>
          <dgm:dir/>
          <dgm:resizeHandles val="exact"/>
        </dgm:presLayoutVars>
      </dgm:prSet>
      <dgm:spPr bwMode="auto"/>
    </dgm:pt>
    <dgm:pt modelId="{A99D25A5-17C8-4F4A-87A9-81CA978F1F0A}" type="pres">
      <dgm:prSet presAssocID="{524E44C9-F09F-4A6F-9270-3428B576FE7F}" presName="node" presStyleLbl="node1" presStyleIdx="0" presStyleCnt="5">
        <dgm:presLayoutVars>
          <dgm:bulletEnabled val="1"/>
        </dgm:presLayoutVars>
      </dgm:prSet>
      <dgm:spPr bwMode="auto"/>
    </dgm:pt>
    <dgm:pt modelId="{59F6FB53-FC4F-49FF-8AFA-3056AD8D72B4}" type="pres">
      <dgm:prSet presAssocID="{8816656E-3D3C-4C7A-9BAD-7E63A1690CEC}" presName="sibTrans" presStyleLbl="sibTrans2D1" presStyleIdx="0" presStyleCnt="4"/>
      <dgm:spPr bwMode="auto"/>
    </dgm:pt>
    <dgm:pt modelId="{9A6BE580-4F1B-4903-BB54-19F9AD01F9B8}" type="pres">
      <dgm:prSet presAssocID="{8816656E-3D3C-4C7A-9BAD-7E63A1690CEC}" presName="connectorText" presStyleLbl="sibTrans2D1" presStyleIdx="0" presStyleCnt="4"/>
      <dgm:spPr bwMode="auto"/>
    </dgm:pt>
    <dgm:pt modelId="{4FE144EA-FCF0-4B26-95C0-D7207D9487E2}" type="pres">
      <dgm:prSet presAssocID="{4A9B5F7B-F8B5-4513-8159-9108D0633A49}" presName="node" presStyleLbl="node1" presStyleIdx="1" presStyleCnt="5">
        <dgm:presLayoutVars>
          <dgm:bulletEnabled val="1"/>
        </dgm:presLayoutVars>
      </dgm:prSet>
      <dgm:spPr bwMode="auto"/>
    </dgm:pt>
    <dgm:pt modelId="{0F2C0EA3-E8A5-44C3-87E0-33A7C6B8C1AC}" type="pres">
      <dgm:prSet presAssocID="{E31EBE2D-37EB-4FE1-B145-9C2D0D74939D}" presName="sibTrans" presStyleLbl="sibTrans2D1" presStyleIdx="1" presStyleCnt="4"/>
      <dgm:spPr bwMode="auto"/>
    </dgm:pt>
    <dgm:pt modelId="{11597F04-88A8-4B27-A46A-57523249D63E}" type="pres">
      <dgm:prSet presAssocID="{E31EBE2D-37EB-4FE1-B145-9C2D0D74939D}" presName="connectorText" presStyleLbl="sibTrans2D1" presStyleIdx="1" presStyleCnt="4"/>
      <dgm:spPr bwMode="auto"/>
    </dgm:pt>
    <dgm:pt modelId="{59354E04-DCC5-487A-8B9F-426B512F3DC2}" type="pres">
      <dgm:prSet presAssocID="{97258F43-4D6B-4BCD-9EB1-39853DBABF5E}" presName="node" presStyleLbl="node1" presStyleIdx="2" presStyleCnt="5">
        <dgm:presLayoutVars>
          <dgm:bulletEnabled val="1"/>
        </dgm:presLayoutVars>
      </dgm:prSet>
      <dgm:spPr bwMode="auto"/>
    </dgm:pt>
    <dgm:pt modelId="{DB6B67FF-3B41-473D-8ABB-C9A5F7F052D3}" type="pres">
      <dgm:prSet presAssocID="{F6B51E38-9E02-4D4D-95AF-1192A8C80A08}" presName="sibTrans" presStyleLbl="sibTrans2D1" presStyleIdx="2" presStyleCnt="4"/>
      <dgm:spPr bwMode="auto"/>
    </dgm:pt>
    <dgm:pt modelId="{FDE1407C-D659-4DB6-991B-FF5D47F838E0}" type="pres">
      <dgm:prSet presAssocID="{F6B51E38-9E02-4D4D-95AF-1192A8C80A08}" presName="connectorText" presStyleLbl="sibTrans2D1" presStyleIdx="2" presStyleCnt="4"/>
      <dgm:spPr bwMode="auto"/>
    </dgm:pt>
    <dgm:pt modelId="{AC726EEE-5EB0-4B56-B9E4-EBA2E46192D1}" type="pres">
      <dgm:prSet presAssocID="{6E50E966-323B-4A69-9966-9B1CFDDC8510}" presName="node" presStyleLbl="node1" presStyleIdx="3" presStyleCnt="5">
        <dgm:presLayoutVars>
          <dgm:bulletEnabled val="1"/>
        </dgm:presLayoutVars>
      </dgm:prSet>
      <dgm:spPr bwMode="auto"/>
    </dgm:pt>
    <dgm:pt modelId="{CEF46543-3C1F-4A41-9B87-EFD2FCB11722}" type="pres">
      <dgm:prSet presAssocID="{F57884D6-5D8B-458D-A026-62A8D3733C74}" presName="sibTrans" presStyleLbl="sibTrans2D1" presStyleIdx="3" presStyleCnt="4"/>
      <dgm:spPr bwMode="auto"/>
    </dgm:pt>
    <dgm:pt modelId="{E2ABFE1B-486F-48E2-806A-17FFE4384DBE}" type="pres">
      <dgm:prSet presAssocID="{F57884D6-5D8B-458D-A026-62A8D3733C74}" presName="connectorText" presStyleLbl="sibTrans2D1" presStyleIdx="3" presStyleCnt="4"/>
      <dgm:spPr bwMode="auto"/>
    </dgm:pt>
    <dgm:pt modelId="{9B45C2AD-9A21-4B74-A5E3-0FFE620BD802}" type="pres">
      <dgm:prSet presAssocID="{747D72AC-A6D6-40FF-8F7C-EEC26570021A}" presName="node" presStyleLbl="node1" presStyleIdx="4" presStyleCnt="5" custLinFactNeighborX="62102" custLinFactNeighborY="4170">
        <dgm:presLayoutVars>
          <dgm:bulletEnabled val="1"/>
        </dgm:presLayoutVars>
      </dgm:prSet>
      <dgm:spPr bwMode="auto"/>
    </dgm:pt>
  </dgm:ptLst>
  <dgm:cxnLst>
    <dgm:cxn modelId="{32476A0E-C74A-4E52-AC3A-F1350590A20F}" type="presOf" srcId="{F6B51E38-9E02-4D4D-95AF-1192A8C80A08}" destId="{DB6B67FF-3B41-473D-8ABB-C9A5F7F052D3}" srcOrd="0" destOrd="0" presId="urn:microsoft.com/office/officeart/2005/8/layout/process5"/>
    <dgm:cxn modelId="{24670016-52C4-4AFC-99A4-FFB4D6A732D1}" type="presOf" srcId="{F6B51E38-9E02-4D4D-95AF-1192A8C80A08}" destId="{FDE1407C-D659-4DB6-991B-FF5D47F838E0}" srcOrd="1" destOrd="0" presId="urn:microsoft.com/office/officeart/2005/8/layout/process5"/>
    <dgm:cxn modelId="{9FCB1D3B-F17B-4429-BB3A-F874467F13B3}" type="presOf" srcId="{353C8EBE-1679-4236-8966-A19F9B537657}" destId="{C94B4FFD-C0E4-4084-884C-0F4649D92B3D}" srcOrd="0" destOrd="0" presId="urn:microsoft.com/office/officeart/2005/8/layout/process5"/>
    <dgm:cxn modelId="{2054203E-E514-4BCF-9287-2B1856CB9484}" srcId="{353C8EBE-1679-4236-8966-A19F9B537657}" destId="{524E44C9-F09F-4A6F-9270-3428B576FE7F}" srcOrd="0" destOrd="0" parTransId="{F822616F-42FB-4B55-952A-08CABFF7E2F1}" sibTransId="{8816656E-3D3C-4C7A-9BAD-7E63A1690CEC}"/>
    <dgm:cxn modelId="{771D5669-25E6-40EC-830F-C393BE35B915}" type="presOf" srcId="{F57884D6-5D8B-458D-A026-62A8D3733C74}" destId="{CEF46543-3C1F-4A41-9B87-EFD2FCB11722}" srcOrd="0" destOrd="0" presId="urn:microsoft.com/office/officeart/2005/8/layout/process5"/>
    <dgm:cxn modelId="{8FE1FC4C-FE43-4FA7-8BF8-7CCB865996A1}" srcId="{353C8EBE-1679-4236-8966-A19F9B537657}" destId="{6E50E966-323B-4A69-9966-9B1CFDDC8510}" srcOrd="3" destOrd="0" parTransId="{A02CCFC0-43BC-46E4-A355-B1732C1C2ED6}" sibTransId="{F57884D6-5D8B-458D-A026-62A8D3733C74}"/>
    <dgm:cxn modelId="{BA7D844D-FE6B-4159-AB9E-BEBF2F273B45}" srcId="{353C8EBE-1679-4236-8966-A19F9B537657}" destId="{97258F43-4D6B-4BCD-9EB1-39853DBABF5E}" srcOrd="2" destOrd="0" parTransId="{4B615FC6-DACD-4009-81DB-21A0850BAF54}" sibTransId="{F6B51E38-9E02-4D4D-95AF-1192A8C80A08}"/>
    <dgm:cxn modelId="{F2B67B71-4CFA-40CA-A362-35CBF978B9B4}" type="presOf" srcId="{F57884D6-5D8B-458D-A026-62A8D3733C74}" destId="{E2ABFE1B-486F-48E2-806A-17FFE4384DBE}" srcOrd="1" destOrd="0" presId="urn:microsoft.com/office/officeart/2005/8/layout/process5"/>
    <dgm:cxn modelId="{47853D77-E7C5-44B8-9A74-853B883821AB}" type="presOf" srcId="{4A9B5F7B-F8B5-4513-8159-9108D0633A49}" destId="{4FE144EA-FCF0-4B26-95C0-D7207D9487E2}" srcOrd="0" destOrd="0" presId="urn:microsoft.com/office/officeart/2005/8/layout/process5"/>
    <dgm:cxn modelId="{76E9B884-0D35-4069-9647-ACABA66106FC}" type="presOf" srcId="{8816656E-3D3C-4C7A-9BAD-7E63A1690CEC}" destId="{9A6BE580-4F1B-4903-BB54-19F9AD01F9B8}" srcOrd="1" destOrd="0" presId="urn:microsoft.com/office/officeart/2005/8/layout/process5"/>
    <dgm:cxn modelId="{EEE4A69E-7DAC-4FA5-80BE-F832AADE4FEA}" srcId="{353C8EBE-1679-4236-8966-A19F9B537657}" destId="{4A9B5F7B-F8B5-4513-8159-9108D0633A49}" srcOrd="1" destOrd="0" parTransId="{3B400692-D052-4D54-99B4-98853A42639D}" sibTransId="{E31EBE2D-37EB-4FE1-B145-9C2D0D74939D}"/>
    <dgm:cxn modelId="{FC21BEA3-709A-4827-A749-450ECDEFF538}" srcId="{353C8EBE-1679-4236-8966-A19F9B537657}" destId="{747D72AC-A6D6-40FF-8F7C-EEC26570021A}" srcOrd="4" destOrd="0" parTransId="{51294600-F5D2-49CC-8E33-958F2835725F}" sibTransId="{729A3424-3A97-462D-BE5E-CB9C7B787FCE}"/>
    <dgm:cxn modelId="{3E72F0A3-7B28-4C4C-9605-FC8D22FE3D1C}" type="presOf" srcId="{E31EBE2D-37EB-4FE1-B145-9C2D0D74939D}" destId="{0F2C0EA3-E8A5-44C3-87E0-33A7C6B8C1AC}" srcOrd="0" destOrd="0" presId="urn:microsoft.com/office/officeart/2005/8/layout/process5"/>
    <dgm:cxn modelId="{8E9562A6-C1B7-4131-B7D6-40C40ED2D234}" type="presOf" srcId="{97258F43-4D6B-4BCD-9EB1-39853DBABF5E}" destId="{59354E04-DCC5-487A-8B9F-426B512F3DC2}" srcOrd="0" destOrd="0" presId="urn:microsoft.com/office/officeart/2005/8/layout/process5"/>
    <dgm:cxn modelId="{253B4FD4-0380-4198-B59E-1E7A6D2691AC}" type="presOf" srcId="{E31EBE2D-37EB-4FE1-B145-9C2D0D74939D}" destId="{11597F04-88A8-4B27-A46A-57523249D63E}" srcOrd="1" destOrd="0" presId="urn:microsoft.com/office/officeart/2005/8/layout/process5"/>
    <dgm:cxn modelId="{223170D9-0CA8-4E51-A5BE-2677E3C4899C}" type="presOf" srcId="{6E50E966-323B-4A69-9966-9B1CFDDC8510}" destId="{AC726EEE-5EB0-4B56-B9E4-EBA2E46192D1}" srcOrd="0" destOrd="0" presId="urn:microsoft.com/office/officeart/2005/8/layout/process5"/>
    <dgm:cxn modelId="{B2E354DF-23C1-456F-ABBA-E307CE999EEF}" type="presOf" srcId="{524E44C9-F09F-4A6F-9270-3428B576FE7F}" destId="{A99D25A5-17C8-4F4A-87A9-81CA978F1F0A}" srcOrd="0" destOrd="0" presId="urn:microsoft.com/office/officeart/2005/8/layout/process5"/>
    <dgm:cxn modelId="{26B511E3-7923-4195-A3B0-8879648D35B8}" type="presOf" srcId="{8816656E-3D3C-4C7A-9BAD-7E63A1690CEC}" destId="{59F6FB53-FC4F-49FF-8AFA-3056AD8D72B4}" srcOrd="0" destOrd="0" presId="urn:microsoft.com/office/officeart/2005/8/layout/process5"/>
    <dgm:cxn modelId="{08A457E9-B5E0-438E-942F-460D33746122}" type="presOf" srcId="{747D72AC-A6D6-40FF-8F7C-EEC26570021A}" destId="{9B45C2AD-9A21-4B74-A5E3-0FFE620BD802}" srcOrd="0" destOrd="0" presId="urn:microsoft.com/office/officeart/2005/8/layout/process5"/>
    <dgm:cxn modelId="{69D6DD8E-9114-4CD4-B8AA-C80510C0EB12}" type="presParOf" srcId="{C94B4FFD-C0E4-4084-884C-0F4649D92B3D}" destId="{A99D25A5-17C8-4F4A-87A9-81CA978F1F0A}" srcOrd="0" destOrd="0" presId="urn:microsoft.com/office/officeart/2005/8/layout/process5"/>
    <dgm:cxn modelId="{C907376E-C249-4EFE-BED2-8B6F8D6B1376}" type="presParOf" srcId="{C94B4FFD-C0E4-4084-884C-0F4649D92B3D}" destId="{59F6FB53-FC4F-49FF-8AFA-3056AD8D72B4}" srcOrd="1" destOrd="0" presId="urn:microsoft.com/office/officeart/2005/8/layout/process5"/>
    <dgm:cxn modelId="{CBB346A8-DB46-45C1-8067-238FCF8A1152}" type="presParOf" srcId="{59F6FB53-FC4F-49FF-8AFA-3056AD8D72B4}" destId="{9A6BE580-4F1B-4903-BB54-19F9AD01F9B8}" srcOrd="0" destOrd="0" presId="urn:microsoft.com/office/officeart/2005/8/layout/process5"/>
    <dgm:cxn modelId="{E19C7973-AE49-492F-840E-E1236DBF0B39}" type="presParOf" srcId="{C94B4FFD-C0E4-4084-884C-0F4649D92B3D}" destId="{4FE144EA-FCF0-4B26-95C0-D7207D9487E2}" srcOrd="2" destOrd="0" presId="urn:microsoft.com/office/officeart/2005/8/layout/process5"/>
    <dgm:cxn modelId="{68D97589-5127-4157-BB4E-49F315D200F1}" type="presParOf" srcId="{C94B4FFD-C0E4-4084-884C-0F4649D92B3D}" destId="{0F2C0EA3-E8A5-44C3-87E0-33A7C6B8C1AC}" srcOrd="3" destOrd="0" presId="urn:microsoft.com/office/officeart/2005/8/layout/process5"/>
    <dgm:cxn modelId="{969AFB1A-73F7-4382-8FBB-09AA55E67362}" type="presParOf" srcId="{0F2C0EA3-E8A5-44C3-87E0-33A7C6B8C1AC}" destId="{11597F04-88A8-4B27-A46A-57523249D63E}" srcOrd="0" destOrd="0" presId="urn:microsoft.com/office/officeart/2005/8/layout/process5"/>
    <dgm:cxn modelId="{FC435F9F-5BB4-4B7C-AEE0-32C6894F295D}" type="presParOf" srcId="{C94B4FFD-C0E4-4084-884C-0F4649D92B3D}" destId="{59354E04-DCC5-487A-8B9F-426B512F3DC2}" srcOrd="4" destOrd="0" presId="urn:microsoft.com/office/officeart/2005/8/layout/process5"/>
    <dgm:cxn modelId="{F032E973-695D-4A86-B7BE-0A887E0E583A}" type="presParOf" srcId="{C94B4FFD-C0E4-4084-884C-0F4649D92B3D}" destId="{DB6B67FF-3B41-473D-8ABB-C9A5F7F052D3}" srcOrd="5" destOrd="0" presId="urn:microsoft.com/office/officeart/2005/8/layout/process5"/>
    <dgm:cxn modelId="{789F98FC-CB98-4095-9972-677FD60E43E7}" type="presParOf" srcId="{DB6B67FF-3B41-473D-8ABB-C9A5F7F052D3}" destId="{FDE1407C-D659-4DB6-991B-FF5D47F838E0}" srcOrd="0" destOrd="0" presId="urn:microsoft.com/office/officeart/2005/8/layout/process5"/>
    <dgm:cxn modelId="{89AD50D8-31B0-49AC-BAC3-445C17008AD6}" type="presParOf" srcId="{C94B4FFD-C0E4-4084-884C-0F4649D92B3D}" destId="{AC726EEE-5EB0-4B56-B9E4-EBA2E46192D1}" srcOrd="6" destOrd="0" presId="urn:microsoft.com/office/officeart/2005/8/layout/process5"/>
    <dgm:cxn modelId="{C1C1A14A-5109-4AEE-B73F-471AF41EF5DD}" type="presParOf" srcId="{C94B4FFD-C0E4-4084-884C-0F4649D92B3D}" destId="{CEF46543-3C1F-4A41-9B87-EFD2FCB11722}" srcOrd="7" destOrd="0" presId="urn:microsoft.com/office/officeart/2005/8/layout/process5"/>
    <dgm:cxn modelId="{0A1BE10C-0392-42C7-BCDA-1A73FF1C34E3}" type="presParOf" srcId="{CEF46543-3C1F-4A41-9B87-EFD2FCB11722}" destId="{E2ABFE1B-486F-48E2-806A-17FFE4384DBE}" srcOrd="0" destOrd="0" presId="urn:microsoft.com/office/officeart/2005/8/layout/process5"/>
    <dgm:cxn modelId="{448F59B5-5E03-4C08-A611-0FC3CE950B83}" type="presParOf" srcId="{C94B4FFD-C0E4-4084-884C-0F4649D92B3D}" destId="{9B45C2AD-9A21-4B74-A5E3-0FFE620BD802}" srcOrd="8" destOrd="0" presId="urn:microsoft.com/office/officeart/2005/8/layout/process5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353C8EBE-1679-4236-8966-A19F9B537657}" type="doc">
      <dgm:prSet loTypeId="urn:microsoft.com/office/officeart/2005/8/layout/process5" loCatId="process" qsTypeId="urn:microsoft.com/office/officeart/2005/8/quickstyle/simple4#2" qsCatId="simple" csTypeId="urn:microsoft.com/office/officeart/2005/8/colors/accent6_2" csCatId="accent6" phldr="1"/>
      <dgm:spPr bwMode="auto"/>
      <dgm:t>
        <a:bodyPr/>
        <a:lstStyle/>
        <a:p>
          <a:pPr>
            <a:defRPr/>
          </a:pPr>
          <a:endParaRPr lang="ru-RU"/>
        </a:p>
      </dgm:t>
    </dgm:pt>
    <dgm:pt modelId="{524E44C9-F09F-4A6F-9270-3428B576FE7F}">
      <dgm:prSet phldrT="[Текст]" custT="1"/>
      <dgm:spPr bwMode="auto"/>
      <dgm:t>
        <a:bodyPr/>
        <a:lstStyle/>
        <a:p>
          <a:pPr>
            <a:buNone/>
            <a:defRPr/>
          </a:pPr>
          <a:r>
            <a:rPr lang="ru-RU" sz="1400"/>
            <a:t>Выбор языка программирования, библиотек и среды разработки</a:t>
          </a:r>
          <a:endParaRPr/>
        </a:p>
      </dgm:t>
    </dgm:pt>
    <dgm:pt modelId="{F822616F-42FB-4B55-952A-08CABFF7E2F1}" type="parTrans" cxnId="{2054203E-E514-4BCF-9287-2B1856CB9484}">
      <dgm:prSet/>
      <dgm:spPr bwMode="auto"/>
      <dgm:t>
        <a:bodyPr/>
        <a:lstStyle/>
        <a:p>
          <a:pPr>
            <a:defRPr/>
          </a:pPr>
          <a:endParaRPr lang="ru-RU" sz="1400"/>
        </a:p>
      </dgm:t>
    </dgm:pt>
    <dgm:pt modelId="{8816656E-3D3C-4C7A-9BAD-7E63A1690CEC}" type="sibTrans" cxnId="{2054203E-E514-4BCF-9287-2B1856CB9484}">
      <dgm:prSet custT="1"/>
      <dgm:spPr bwMode="auto"/>
      <dgm:t>
        <a:bodyPr/>
        <a:lstStyle/>
        <a:p>
          <a:pPr>
            <a:defRPr/>
          </a:pPr>
          <a:endParaRPr lang="ru-RU" sz="1400"/>
        </a:p>
      </dgm:t>
    </dgm:pt>
    <dgm:pt modelId="{4A9B5F7B-F8B5-4513-8159-9108D0633A49}">
      <dgm:prSet phldrT="[Текст]" custT="1"/>
      <dgm:spPr bwMode="auto"/>
      <dgm:t>
        <a:bodyPr/>
        <a:lstStyle/>
        <a:p>
          <a:pPr>
            <a:buNone/>
            <a:defRPr/>
          </a:pPr>
          <a:r>
            <a:rPr lang="ru-RU" sz="1400" dirty="0"/>
            <a:t>Выбрать хостинг для веб приложения</a:t>
          </a:r>
          <a:endParaRPr dirty="0"/>
        </a:p>
      </dgm:t>
    </dgm:pt>
    <dgm:pt modelId="{3B400692-D052-4D54-99B4-98853A42639D}" type="parTrans" cxnId="{EEE4A69E-7DAC-4FA5-80BE-F832AADE4FEA}">
      <dgm:prSet/>
      <dgm:spPr bwMode="auto"/>
      <dgm:t>
        <a:bodyPr/>
        <a:lstStyle/>
        <a:p>
          <a:pPr>
            <a:defRPr/>
          </a:pPr>
          <a:endParaRPr lang="ru-RU" sz="1400"/>
        </a:p>
      </dgm:t>
    </dgm:pt>
    <dgm:pt modelId="{E31EBE2D-37EB-4FE1-B145-9C2D0D74939D}" type="sibTrans" cxnId="{EEE4A69E-7DAC-4FA5-80BE-F832AADE4FEA}">
      <dgm:prSet custT="1"/>
      <dgm:spPr bwMode="auto"/>
      <dgm:t>
        <a:bodyPr/>
        <a:lstStyle/>
        <a:p>
          <a:pPr>
            <a:defRPr/>
          </a:pPr>
          <a:endParaRPr lang="ru-RU" sz="1400"/>
        </a:p>
      </dgm:t>
    </dgm:pt>
    <dgm:pt modelId="{97258F43-4D6B-4BCD-9EB1-39853DBABF5E}">
      <dgm:prSet phldrT="[Текст]" custT="1"/>
      <dgm:spPr bwMode="auto"/>
      <dgm:t>
        <a:bodyPr/>
        <a:lstStyle/>
        <a:p>
          <a:pPr>
            <a:buNone/>
            <a:defRPr/>
          </a:pPr>
          <a:r>
            <a:rPr lang="ru-RU" sz="1400"/>
            <a:t>Разработка серверной части приложения</a:t>
          </a:r>
          <a:endParaRPr/>
        </a:p>
      </dgm:t>
    </dgm:pt>
    <dgm:pt modelId="{4B615FC6-DACD-4009-81DB-21A0850BAF54}" type="parTrans" cxnId="{BA7D844D-FE6B-4159-AB9E-BEBF2F273B45}">
      <dgm:prSet/>
      <dgm:spPr bwMode="auto"/>
      <dgm:t>
        <a:bodyPr/>
        <a:lstStyle/>
        <a:p>
          <a:pPr>
            <a:defRPr/>
          </a:pPr>
          <a:endParaRPr lang="ru-RU" sz="1400"/>
        </a:p>
      </dgm:t>
    </dgm:pt>
    <dgm:pt modelId="{F6B51E38-9E02-4D4D-95AF-1192A8C80A08}" type="sibTrans" cxnId="{BA7D844D-FE6B-4159-AB9E-BEBF2F273B45}">
      <dgm:prSet custT="1"/>
      <dgm:spPr bwMode="auto"/>
      <dgm:t>
        <a:bodyPr/>
        <a:lstStyle/>
        <a:p>
          <a:pPr>
            <a:defRPr/>
          </a:pPr>
          <a:endParaRPr lang="ru-RU" sz="1400"/>
        </a:p>
      </dgm:t>
    </dgm:pt>
    <dgm:pt modelId="{6E50E966-323B-4A69-9966-9B1CFDDC8510}">
      <dgm:prSet phldrT="[Текст]" custT="1"/>
      <dgm:spPr bwMode="auto"/>
      <dgm:t>
        <a:bodyPr/>
        <a:lstStyle/>
        <a:p>
          <a:pPr>
            <a:buNone/>
            <a:defRPr/>
          </a:pPr>
          <a:r>
            <a:rPr lang="ru-RU" sz="1400" dirty="0"/>
            <a:t>Разработка клиентской части приложения</a:t>
          </a:r>
        </a:p>
      </dgm:t>
    </dgm:pt>
    <dgm:pt modelId="{A02CCFC0-43BC-46E4-A355-B1732C1C2ED6}" type="parTrans" cxnId="{8FE1FC4C-FE43-4FA7-8BF8-7CCB865996A1}">
      <dgm:prSet/>
      <dgm:spPr bwMode="auto"/>
      <dgm:t>
        <a:bodyPr/>
        <a:lstStyle/>
        <a:p>
          <a:pPr>
            <a:defRPr/>
          </a:pPr>
          <a:endParaRPr lang="ru-RU" sz="1400"/>
        </a:p>
      </dgm:t>
    </dgm:pt>
    <dgm:pt modelId="{F57884D6-5D8B-458D-A026-62A8D3733C74}" type="sibTrans" cxnId="{8FE1FC4C-FE43-4FA7-8BF8-7CCB865996A1}">
      <dgm:prSet custT="1"/>
      <dgm:spPr bwMode="auto"/>
      <dgm:t>
        <a:bodyPr/>
        <a:lstStyle/>
        <a:p>
          <a:pPr>
            <a:defRPr/>
          </a:pPr>
          <a:endParaRPr lang="ru-RU" sz="1400"/>
        </a:p>
      </dgm:t>
    </dgm:pt>
    <dgm:pt modelId="{747D72AC-A6D6-40FF-8F7C-EEC26570021A}">
      <dgm:prSet phldrT="[Текст]" custT="1"/>
      <dgm:spPr bwMode="auto"/>
      <dgm:t>
        <a:bodyPr/>
        <a:lstStyle/>
        <a:p>
          <a:pPr>
            <a:buNone/>
            <a:defRPr/>
          </a:pPr>
          <a:r>
            <a:rPr lang="ru-RU" sz="1400"/>
            <a:t>Тестирование веб приложения</a:t>
          </a:r>
          <a:endParaRPr/>
        </a:p>
      </dgm:t>
    </dgm:pt>
    <dgm:pt modelId="{51294600-F5D2-49CC-8E33-958F2835725F}" type="parTrans" cxnId="{FC21BEA3-709A-4827-A749-450ECDEFF538}">
      <dgm:prSet/>
      <dgm:spPr bwMode="auto"/>
      <dgm:t>
        <a:bodyPr/>
        <a:lstStyle/>
        <a:p>
          <a:pPr>
            <a:defRPr/>
          </a:pPr>
          <a:endParaRPr lang="ru-RU" sz="1400"/>
        </a:p>
      </dgm:t>
    </dgm:pt>
    <dgm:pt modelId="{729A3424-3A97-462D-BE5E-CB9C7B787FCE}" type="sibTrans" cxnId="{FC21BEA3-709A-4827-A749-450ECDEFF538}">
      <dgm:prSet/>
      <dgm:spPr bwMode="auto"/>
      <dgm:t>
        <a:bodyPr/>
        <a:lstStyle/>
        <a:p>
          <a:pPr>
            <a:defRPr/>
          </a:pPr>
          <a:endParaRPr lang="ru-RU" sz="1400"/>
        </a:p>
      </dgm:t>
    </dgm:pt>
    <dgm:pt modelId="{C94B4FFD-C0E4-4084-884C-0F4649D92B3D}" type="pres">
      <dgm:prSet presAssocID="{353C8EBE-1679-4236-8966-A19F9B537657}" presName="diagram" presStyleCnt="0">
        <dgm:presLayoutVars>
          <dgm:dir/>
          <dgm:resizeHandles val="exact"/>
        </dgm:presLayoutVars>
      </dgm:prSet>
      <dgm:spPr bwMode="auto"/>
    </dgm:pt>
    <dgm:pt modelId="{A99D25A5-17C8-4F4A-87A9-81CA978F1F0A}" type="pres">
      <dgm:prSet presAssocID="{524E44C9-F09F-4A6F-9270-3428B576FE7F}" presName="node" presStyleLbl="node1" presStyleIdx="0" presStyleCnt="5">
        <dgm:presLayoutVars>
          <dgm:bulletEnabled val="1"/>
        </dgm:presLayoutVars>
      </dgm:prSet>
      <dgm:spPr bwMode="auto"/>
    </dgm:pt>
    <dgm:pt modelId="{59F6FB53-FC4F-49FF-8AFA-3056AD8D72B4}" type="pres">
      <dgm:prSet presAssocID="{8816656E-3D3C-4C7A-9BAD-7E63A1690CEC}" presName="sibTrans" presStyleLbl="sibTrans2D1" presStyleIdx="0" presStyleCnt="4"/>
      <dgm:spPr bwMode="auto"/>
    </dgm:pt>
    <dgm:pt modelId="{9A6BE580-4F1B-4903-BB54-19F9AD01F9B8}" type="pres">
      <dgm:prSet presAssocID="{8816656E-3D3C-4C7A-9BAD-7E63A1690CEC}" presName="connectorText" presStyleLbl="sibTrans2D1" presStyleIdx="0" presStyleCnt="4"/>
      <dgm:spPr bwMode="auto"/>
    </dgm:pt>
    <dgm:pt modelId="{4FE144EA-FCF0-4B26-95C0-D7207D9487E2}" type="pres">
      <dgm:prSet presAssocID="{4A9B5F7B-F8B5-4513-8159-9108D0633A49}" presName="node" presStyleLbl="node1" presStyleIdx="1" presStyleCnt="5">
        <dgm:presLayoutVars>
          <dgm:bulletEnabled val="1"/>
        </dgm:presLayoutVars>
      </dgm:prSet>
      <dgm:spPr bwMode="auto"/>
    </dgm:pt>
    <dgm:pt modelId="{0F2C0EA3-E8A5-44C3-87E0-33A7C6B8C1AC}" type="pres">
      <dgm:prSet presAssocID="{E31EBE2D-37EB-4FE1-B145-9C2D0D74939D}" presName="sibTrans" presStyleLbl="sibTrans2D1" presStyleIdx="1" presStyleCnt="4"/>
      <dgm:spPr bwMode="auto"/>
    </dgm:pt>
    <dgm:pt modelId="{11597F04-88A8-4B27-A46A-57523249D63E}" type="pres">
      <dgm:prSet presAssocID="{E31EBE2D-37EB-4FE1-B145-9C2D0D74939D}" presName="connectorText" presStyleLbl="sibTrans2D1" presStyleIdx="1" presStyleCnt="4"/>
      <dgm:spPr bwMode="auto"/>
    </dgm:pt>
    <dgm:pt modelId="{59354E04-DCC5-487A-8B9F-426B512F3DC2}" type="pres">
      <dgm:prSet presAssocID="{97258F43-4D6B-4BCD-9EB1-39853DBABF5E}" presName="node" presStyleLbl="node1" presStyleIdx="2" presStyleCnt="5">
        <dgm:presLayoutVars>
          <dgm:bulletEnabled val="1"/>
        </dgm:presLayoutVars>
      </dgm:prSet>
      <dgm:spPr bwMode="auto"/>
    </dgm:pt>
    <dgm:pt modelId="{DB6B67FF-3B41-473D-8ABB-C9A5F7F052D3}" type="pres">
      <dgm:prSet presAssocID="{F6B51E38-9E02-4D4D-95AF-1192A8C80A08}" presName="sibTrans" presStyleLbl="sibTrans2D1" presStyleIdx="2" presStyleCnt="4"/>
      <dgm:spPr bwMode="auto"/>
    </dgm:pt>
    <dgm:pt modelId="{FDE1407C-D659-4DB6-991B-FF5D47F838E0}" type="pres">
      <dgm:prSet presAssocID="{F6B51E38-9E02-4D4D-95AF-1192A8C80A08}" presName="connectorText" presStyleLbl="sibTrans2D1" presStyleIdx="2" presStyleCnt="4"/>
      <dgm:spPr bwMode="auto"/>
    </dgm:pt>
    <dgm:pt modelId="{AC726EEE-5EB0-4B56-B9E4-EBA2E46192D1}" type="pres">
      <dgm:prSet presAssocID="{6E50E966-323B-4A69-9966-9B1CFDDC8510}" presName="node" presStyleLbl="node1" presStyleIdx="3" presStyleCnt="5">
        <dgm:presLayoutVars>
          <dgm:bulletEnabled val="1"/>
        </dgm:presLayoutVars>
      </dgm:prSet>
      <dgm:spPr bwMode="auto"/>
    </dgm:pt>
    <dgm:pt modelId="{CEF46543-3C1F-4A41-9B87-EFD2FCB11722}" type="pres">
      <dgm:prSet presAssocID="{F57884D6-5D8B-458D-A026-62A8D3733C74}" presName="sibTrans" presStyleLbl="sibTrans2D1" presStyleIdx="3" presStyleCnt="4"/>
      <dgm:spPr bwMode="auto"/>
    </dgm:pt>
    <dgm:pt modelId="{E2ABFE1B-486F-48E2-806A-17FFE4384DBE}" type="pres">
      <dgm:prSet presAssocID="{F57884D6-5D8B-458D-A026-62A8D3733C74}" presName="connectorText" presStyleLbl="sibTrans2D1" presStyleIdx="3" presStyleCnt="4"/>
      <dgm:spPr bwMode="auto"/>
    </dgm:pt>
    <dgm:pt modelId="{9B45C2AD-9A21-4B74-A5E3-0FFE620BD802}" type="pres">
      <dgm:prSet presAssocID="{747D72AC-A6D6-40FF-8F7C-EEC26570021A}" presName="node" presStyleLbl="node1" presStyleIdx="4" presStyleCnt="5" custLinFactNeighborX="62810" custLinFactNeighborY="27">
        <dgm:presLayoutVars>
          <dgm:bulletEnabled val="1"/>
        </dgm:presLayoutVars>
      </dgm:prSet>
      <dgm:spPr bwMode="auto"/>
    </dgm:pt>
  </dgm:ptLst>
  <dgm:cxnLst>
    <dgm:cxn modelId="{32476A0E-C74A-4E52-AC3A-F1350590A20F}" type="presOf" srcId="{F6B51E38-9E02-4D4D-95AF-1192A8C80A08}" destId="{DB6B67FF-3B41-473D-8ABB-C9A5F7F052D3}" srcOrd="0" destOrd="0" presId="urn:microsoft.com/office/officeart/2005/8/layout/process5"/>
    <dgm:cxn modelId="{24670016-52C4-4AFC-99A4-FFB4D6A732D1}" type="presOf" srcId="{F6B51E38-9E02-4D4D-95AF-1192A8C80A08}" destId="{FDE1407C-D659-4DB6-991B-FF5D47F838E0}" srcOrd="1" destOrd="0" presId="urn:microsoft.com/office/officeart/2005/8/layout/process5"/>
    <dgm:cxn modelId="{9FCB1D3B-F17B-4429-BB3A-F874467F13B3}" type="presOf" srcId="{353C8EBE-1679-4236-8966-A19F9B537657}" destId="{C94B4FFD-C0E4-4084-884C-0F4649D92B3D}" srcOrd="0" destOrd="0" presId="urn:microsoft.com/office/officeart/2005/8/layout/process5"/>
    <dgm:cxn modelId="{2054203E-E514-4BCF-9287-2B1856CB9484}" srcId="{353C8EBE-1679-4236-8966-A19F9B537657}" destId="{524E44C9-F09F-4A6F-9270-3428B576FE7F}" srcOrd="0" destOrd="0" parTransId="{F822616F-42FB-4B55-952A-08CABFF7E2F1}" sibTransId="{8816656E-3D3C-4C7A-9BAD-7E63A1690CEC}"/>
    <dgm:cxn modelId="{771D5669-25E6-40EC-830F-C393BE35B915}" type="presOf" srcId="{F57884D6-5D8B-458D-A026-62A8D3733C74}" destId="{CEF46543-3C1F-4A41-9B87-EFD2FCB11722}" srcOrd="0" destOrd="0" presId="urn:microsoft.com/office/officeart/2005/8/layout/process5"/>
    <dgm:cxn modelId="{8FE1FC4C-FE43-4FA7-8BF8-7CCB865996A1}" srcId="{353C8EBE-1679-4236-8966-A19F9B537657}" destId="{6E50E966-323B-4A69-9966-9B1CFDDC8510}" srcOrd="3" destOrd="0" parTransId="{A02CCFC0-43BC-46E4-A355-B1732C1C2ED6}" sibTransId="{F57884D6-5D8B-458D-A026-62A8D3733C74}"/>
    <dgm:cxn modelId="{BA7D844D-FE6B-4159-AB9E-BEBF2F273B45}" srcId="{353C8EBE-1679-4236-8966-A19F9B537657}" destId="{97258F43-4D6B-4BCD-9EB1-39853DBABF5E}" srcOrd="2" destOrd="0" parTransId="{4B615FC6-DACD-4009-81DB-21A0850BAF54}" sibTransId="{F6B51E38-9E02-4D4D-95AF-1192A8C80A08}"/>
    <dgm:cxn modelId="{F2B67B71-4CFA-40CA-A362-35CBF978B9B4}" type="presOf" srcId="{F57884D6-5D8B-458D-A026-62A8D3733C74}" destId="{E2ABFE1B-486F-48E2-806A-17FFE4384DBE}" srcOrd="1" destOrd="0" presId="urn:microsoft.com/office/officeart/2005/8/layout/process5"/>
    <dgm:cxn modelId="{47853D77-E7C5-44B8-9A74-853B883821AB}" type="presOf" srcId="{4A9B5F7B-F8B5-4513-8159-9108D0633A49}" destId="{4FE144EA-FCF0-4B26-95C0-D7207D9487E2}" srcOrd="0" destOrd="0" presId="urn:microsoft.com/office/officeart/2005/8/layout/process5"/>
    <dgm:cxn modelId="{76E9B884-0D35-4069-9647-ACABA66106FC}" type="presOf" srcId="{8816656E-3D3C-4C7A-9BAD-7E63A1690CEC}" destId="{9A6BE580-4F1B-4903-BB54-19F9AD01F9B8}" srcOrd="1" destOrd="0" presId="urn:microsoft.com/office/officeart/2005/8/layout/process5"/>
    <dgm:cxn modelId="{EEE4A69E-7DAC-4FA5-80BE-F832AADE4FEA}" srcId="{353C8EBE-1679-4236-8966-A19F9B537657}" destId="{4A9B5F7B-F8B5-4513-8159-9108D0633A49}" srcOrd="1" destOrd="0" parTransId="{3B400692-D052-4D54-99B4-98853A42639D}" sibTransId="{E31EBE2D-37EB-4FE1-B145-9C2D0D74939D}"/>
    <dgm:cxn modelId="{FC21BEA3-709A-4827-A749-450ECDEFF538}" srcId="{353C8EBE-1679-4236-8966-A19F9B537657}" destId="{747D72AC-A6D6-40FF-8F7C-EEC26570021A}" srcOrd="4" destOrd="0" parTransId="{51294600-F5D2-49CC-8E33-958F2835725F}" sibTransId="{729A3424-3A97-462D-BE5E-CB9C7B787FCE}"/>
    <dgm:cxn modelId="{3E72F0A3-7B28-4C4C-9605-FC8D22FE3D1C}" type="presOf" srcId="{E31EBE2D-37EB-4FE1-B145-9C2D0D74939D}" destId="{0F2C0EA3-E8A5-44C3-87E0-33A7C6B8C1AC}" srcOrd="0" destOrd="0" presId="urn:microsoft.com/office/officeart/2005/8/layout/process5"/>
    <dgm:cxn modelId="{8E9562A6-C1B7-4131-B7D6-40C40ED2D234}" type="presOf" srcId="{97258F43-4D6B-4BCD-9EB1-39853DBABF5E}" destId="{59354E04-DCC5-487A-8B9F-426B512F3DC2}" srcOrd="0" destOrd="0" presId="urn:microsoft.com/office/officeart/2005/8/layout/process5"/>
    <dgm:cxn modelId="{253B4FD4-0380-4198-B59E-1E7A6D2691AC}" type="presOf" srcId="{E31EBE2D-37EB-4FE1-B145-9C2D0D74939D}" destId="{11597F04-88A8-4B27-A46A-57523249D63E}" srcOrd="1" destOrd="0" presId="urn:microsoft.com/office/officeart/2005/8/layout/process5"/>
    <dgm:cxn modelId="{223170D9-0CA8-4E51-A5BE-2677E3C4899C}" type="presOf" srcId="{6E50E966-323B-4A69-9966-9B1CFDDC8510}" destId="{AC726EEE-5EB0-4B56-B9E4-EBA2E46192D1}" srcOrd="0" destOrd="0" presId="urn:microsoft.com/office/officeart/2005/8/layout/process5"/>
    <dgm:cxn modelId="{B2E354DF-23C1-456F-ABBA-E307CE999EEF}" type="presOf" srcId="{524E44C9-F09F-4A6F-9270-3428B576FE7F}" destId="{A99D25A5-17C8-4F4A-87A9-81CA978F1F0A}" srcOrd="0" destOrd="0" presId="urn:microsoft.com/office/officeart/2005/8/layout/process5"/>
    <dgm:cxn modelId="{26B511E3-7923-4195-A3B0-8879648D35B8}" type="presOf" srcId="{8816656E-3D3C-4C7A-9BAD-7E63A1690CEC}" destId="{59F6FB53-FC4F-49FF-8AFA-3056AD8D72B4}" srcOrd="0" destOrd="0" presId="urn:microsoft.com/office/officeart/2005/8/layout/process5"/>
    <dgm:cxn modelId="{08A457E9-B5E0-438E-942F-460D33746122}" type="presOf" srcId="{747D72AC-A6D6-40FF-8F7C-EEC26570021A}" destId="{9B45C2AD-9A21-4B74-A5E3-0FFE620BD802}" srcOrd="0" destOrd="0" presId="urn:microsoft.com/office/officeart/2005/8/layout/process5"/>
    <dgm:cxn modelId="{69D6DD8E-9114-4CD4-B8AA-C80510C0EB12}" type="presParOf" srcId="{C94B4FFD-C0E4-4084-884C-0F4649D92B3D}" destId="{A99D25A5-17C8-4F4A-87A9-81CA978F1F0A}" srcOrd="0" destOrd="0" presId="urn:microsoft.com/office/officeart/2005/8/layout/process5"/>
    <dgm:cxn modelId="{C907376E-C249-4EFE-BED2-8B6F8D6B1376}" type="presParOf" srcId="{C94B4FFD-C0E4-4084-884C-0F4649D92B3D}" destId="{59F6FB53-FC4F-49FF-8AFA-3056AD8D72B4}" srcOrd="1" destOrd="0" presId="urn:microsoft.com/office/officeart/2005/8/layout/process5"/>
    <dgm:cxn modelId="{CBB346A8-DB46-45C1-8067-238FCF8A1152}" type="presParOf" srcId="{59F6FB53-FC4F-49FF-8AFA-3056AD8D72B4}" destId="{9A6BE580-4F1B-4903-BB54-19F9AD01F9B8}" srcOrd="0" destOrd="0" presId="urn:microsoft.com/office/officeart/2005/8/layout/process5"/>
    <dgm:cxn modelId="{E19C7973-AE49-492F-840E-E1236DBF0B39}" type="presParOf" srcId="{C94B4FFD-C0E4-4084-884C-0F4649D92B3D}" destId="{4FE144EA-FCF0-4B26-95C0-D7207D9487E2}" srcOrd="2" destOrd="0" presId="urn:microsoft.com/office/officeart/2005/8/layout/process5"/>
    <dgm:cxn modelId="{68D97589-5127-4157-BB4E-49F315D200F1}" type="presParOf" srcId="{C94B4FFD-C0E4-4084-884C-0F4649D92B3D}" destId="{0F2C0EA3-E8A5-44C3-87E0-33A7C6B8C1AC}" srcOrd="3" destOrd="0" presId="urn:microsoft.com/office/officeart/2005/8/layout/process5"/>
    <dgm:cxn modelId="{969AFB1A-73F7-4382-8FBB-09AA55E67362}" type="presParOf" srcId="{0F2C0EA3-E8A5-44C3-87E0-33A7C6B8C1AC}" destId="{11597F04-88A8-4B27-A46A-57523249D63E}" srcOrd="0" destOrd="0" presId="urn:microsoft.com/office/officeart/2005/8/layout/process5"/>
    <dgm:cxn modelId="{FC435F9F-5BB4-4B7C-AEE0-32C6894F295D}" type="presParOf" srcId="{C94B4FFD-C0E4-4084-884C-0F4649D92B3D}" destId="{59354E04-DCC5-487A-8B9F-426B512F3DC2}" srcOrd="4" destOrd="0" presId="urn:microsoft.com/office/officeart/2005/8/layout/process5"/>
    <dgm:cxn modelId="{F032E973-695D-4A86-B7BE-0A887E0E583A}" type="presParOf" srcId="{C94B4FFD-C0E4-4084-884C-0F4649D92B3D}" destId="{DB6B67FF-3B41-473D-8ABB-C9A5F7F052D3}" srcOrd="5" destOrd="0" presId="urn:microsoft.com/office/officeart/2005/8/layout/process5"/>
    <dgm:cxn modelId="{789F98FC-CB98-4095-9972-677FD60E43E7}" type="presParOf" srcId="{DB6B67FF-3B41-473D-8ABB-C9A5F7F052D3}" destId="{FDE1407C-D659-4DB6-991B-FF5D47F838E0}" srcOrd="0" destOrd="0" presId="urn:microsoft.com/office/officeart/2005/8/layout/process5"/>
    <dgm:cxn modelId="{89AD50D8-31B0-49AC-BAC3-445C17008AD6}" type="presParOf" srcId="{C94B4FFD-C0E4-4084-884C-0F4649D92B3D}" destId="{AC726EEE-5EB0-4B56-B9E4-EBA2E46192D1}" srcOrd="6" destOrd="0" presId="urn:microsoft.com/office/officeart/2005/8/layout/process5"/>
    <dgm:cxn modelId="{C1C1A14A-5109-4AEE-B73F-471AF41EF5DD}" type="presParOf" srcId="{C94B4FFD-C0E4-4084-884C-0F4649D92B3D}" destId="{CEF46543-3C1F-4A41-9B87-EFD2FCB11722}" srcOrd="7" destOrd="0" presId="urn:microsoft.com/office/officeart/2005/8/layout/process5"/>
    <dgm:cxn modelId="{0A1BE10C-0392-42C7-BCDA-1A73FF1C34E3}" type="presParOf" srcId="{CEF46543-3C1F-4A41-9B87-EFD2FCB11722}" destId="{E2ABFE1B-486F-48E2-806A-17FFE4384DBE}" srcOrd="0" destOrd="0" presId="urn:microsoft.com/office/officeart/2005/8/layout/process5"/>
    <dgm:cxn modelId="{448F59B5-5E03-4C08-A611-0FC3CE950B83}" type="presParOf" srcId="{C94B4FFD-C0E4-4084-884C-0F4649D92B3D}" destId="{9B45C2AD-9A21-4B74-A5E3-0FFE620BD802}" srcOrd="8" destOrd="0" presId="urn:microsoft.com/office/officeart/2005/8/layout/process5"/>
  </dgm:cxnLst>
  <dgm:bg/>
  <dgm:whole/>
  <dgm:extLst>
    <a:ext uri="http://schemas.microsoft.com/office/drawing/2008/diagram">
      <dsp:dataModelExt xmlns:dsp="http://schemas.microsoft.com/office/drawing/2008/diagram" relId="rId12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6DC6DED5-63B0-4202-B5F9-3AE3CEBDEC01}" type="doc">
      <dgm:prSet loTypeId="urn:microsoft.com/office/officeart/2008/layout/PictureStrips" loCatId="list" qsTypeId="urn:microsoft.com/office/officeart/2005/8/quickstyle/simple1#1" qsCatId="simple" csTypeId="urn:microsoft.com/office/officeart/2005/8/colors/accent5_1" csCatId="accent5" phldr="1"/>
      <dgm:spPr bwMode="auto"/>
      <dgm:t>
        <a:bodyPr/>
        <a:lstStyle/>
        <a:p>
          <a:pPr>
            <a:defRPr/>
          </a:pPr>
          <a:endParaRPr lang="ru-RU"/>
        </a:p>
      </dgm:t>
    </dgm:pt>
    <dgm:pt modelId="{2A8A6151-6B07-4EE2-9A90-021264E4A232}">
      <dgm:prSet phldrT="[Текст]" phldr="0" custT="1"/>
      <dgm:spPr bwMode="auto">
        <a:ln>
          <a:noFill/>
        </a:ln>
      </dgm:spPr>
      <dgm:t>
        <a:bodyPr/>
        <a:lstStyle/>
        <a:p>
          <a:pPr>
            <a:defRPr/>
          </a:pPr>
          <a:r>
            <a:rPr lang="ru-RU" sz="2400">
              <a:solidFill>
                <a:schemeClr val="tx2">
                  <a:lumMod val="75000"/>
                </a:schemeClr>
              </a:solidFill>
            </a:rPr>
            <a:t>Интернет</a:t>
          </a:r>
          <a:endParaRPr/>
        </a:p>
      </dgm:t>
    </dgm:pt>
    <dgm:pt modelId="{E4F6BDDE-A924-4F2B-B86F-3B3A0D5E1F8D}" type="parTrans" cxnId="{FA460951-E94F-43F7-9A31-A56BA142EF6A}">
      <dgm:prSet/>
      <dgm:spPr bwMode="auto"/>
      <dgm:t>
        <a:bodyPr/>
        <a:lstStyle/>
        <a:p>
          <a:pPr>
            <a:defRPr/>
          </a:pPr>
          <a:endParaRPr lang="ru-RU" sz="2400">
            <a:solidFill>
              <a:schemeClr val="tx2">
                <a:lumMod val="75000"/>
              </a:schemeClr>
            </a:solidFill>
          </a:endParaRPr>
        </a:p>
      </dgm:t>
    </dgm:pt>
    <dgm:pt modelId="{09C74220-277B-42AF-836D-297BCF00F3D9}" type="sibTrans" cxnId="{FA460951-E94F-43F7-9A31-A56BA142EF6A}">
      <dgm:prSet/>
      <dgm:spPr bwMode="auto"/>
      <dgm:t>
        <a:bodyPr/>
        <a:lstStyle/>
        <a:p>
          <a:pPr>
            <a:defRPr/>
          </a:pPr>
          <a:endParaRPr lang="ru-RU" sz="2400">
            <a:solidFill>
              <a:schemeClr val="tx2">
                <a:lumMod val="75000"/>
              </a:schemeClr>
            </a:solidFill>
          </a:endParaRPr>
        </a:p>
      </dgm:t>
    </dgm:pt>
    <dgm:pt modelId="{7D3A39C1-E19C-4A08-89F4-52A5DFDEBA92}">
      <dgm:prSet phldrT="[Текст]" phldr="0" custT="1"/>
      <dgm:spPr bwMode="auto">
        <a:ln>
          <a:noFill/>
        </a:ln>
      </dgm:spPr>
      <dgm:t>
        <a:bodyPr/>
        <a:lstStyle/>
        <a:p>
          <a:pPr>
            <a:defRPr/>
          </a:pPr>
          <a:r>
            <a:rPr lang="ru-RU" sz="2400">
              <a:solidFill>
                <a:schemeClr val="tx2">
                  <a:lumMod val="75000"/>
                </a:schemeClr>
              </a:solidFill>
            </a:rPr>
            <a:t>Знакомые</a:t>
          </a:r>
          <a:endParaRPr/>
        </a:p>
      </dgm:t>
    </dgm:pt>
    <dgm:pt modelId="{659BEB15-FB22-43C5-BBA2-74B5A90196C4}" type="parTrans" cxnId="{AE75848C-6ACE-4272-98C1-B930998EA0EE}">
      <dgm:prSet/>
      <dgm:spPr bwMode="auto"/>
      <dgm:t>
        <a:bodyPr/>
        <a:lstStyle/>
        <a:p>
          <a:pPr>
            <a:defRPr/>
          </a:pPr>
          <a:endParaRPr lang="ru-RU" sz="2400">
            <a:solidFill>
              <a:schemeClr val="tx2">
                <a:lumMod val="75000"/>
              </a:schemeClr>
            </a:solidFill>
          </a:endParaRPr>
        </a:p>
      </dgm:t>
    </dgm:pt>
    <dgm:pt modelId="{7B819A2F-BC02-4642-AAEC-5F49056B8F80}" type="sibTrans" cxnId="{AE75848C-6ACE-4272-98C1-B930998EA0EE}">
      <dgm:prSet/>
      <dgm:spPr bwMode="auto"/>
      <dgm:t>
        <a:bodyPr/>
        <a:lstStyle/>
        <a:p>
          <a:pPr>
            <a:defRPr/>
          </a:pPr>
          <a:endParaRPr lang="ru-RU" sz="2400">
            <a:solidFill>
              <a:schemeClr val="tx2">
                <a:lumMod val="75000"/>
              </a:schemeClr>
            </a:solidFill>
          </a:endParaRPr>
        </a:p>
      </dgm:t>
    </dgm:pt>
    <dgm:pt modelId="{33249672-B984-4512-87A8-382544D42268}">
      <dgm:prSet phldrT="[Текст]" phldr="0" custT="1"/>
      <dgm:spPr bwMode="auto">
        <a:ln>
          <a:noFill/>
        </a:ln>
      </dgm:spPr>
      <dgm:t>
        <a:bodyPr/>
        <a:lstStyle/>
        <a:p>
          <a:pPr>
            <a:defRPr/>
          </a:pPr>
          <a:r>
            <a:rPr lang="ru-RU" sz="2400">
              <a:solidFill>
                <a:schemeClr val="tx2">
                  <a:lumMod val="75000"/>
                </a:schemeClr>
              </a:solidFill>
            </a:rPr>
            <a:t>Школьная почта</a:t>
          </a:r>
          <a:endParaRPr/>
        </a:p>
      </dgm:t>
    </dgm:pt>
    <dgm:pt modelId="{5C063041-F42F-4DA3-95B2-DC373B925DF5}" type="parTrans" cxnId="{A14F2280-936F-4090-BA81-AE80989362BF}">
      <dgm:prSet/>
      <dgm:spPr bwMode="auto"/>
      <dgm:t>
        <a:bodyPr/>
        <a:lstStyle/>
        <a:p>
          <a:pPr>
            <a:defRPr/>
          </a:pPr>
          <a:endParaRPr lang="ru-RU" sz="2400">
            <a:solidFill>
              <a:schemeClr val="tx2">
                <a:lumMod val="75000"/>
              </a:schemeClr>
            </a:solidFill>
          </a:endParaRPr>
        </a:p>
      </dgm:t>
    </dgm:pt>
    <dgm:pt modelId="{DEBCAB11-CFB2-4DB7-A4E7-9B406EEE47F1}" type="sibTrans" cxnId="{A14F2280-936F-4090-BA81-AE80989362BF}">
      <dgm:prSet/>
      <dgm:spPr bwMode="auto"/>
      <dgm:t>
        <a:bodyPr/>
        <a:lstStyle/>
        <a:p>
          <a:pPr>
            <a:defRPr/>
          </a:pPr>
          <a:endParaRPr lang="ru-RU" sz="2400">
            <a:solidFill>
              <a:schemeClr val="tx2">
                <a:lumMod val="75000"/>
              </a:schemeClr>
            </a:solidFill>
          </a:endParaRPr>
        </a:p>
      </dgm:t>
    </dgm:pt>
    <dgm:pt modelId="{42A36987-86D8-48E3-9AD2-ECA0A9D093A3}" type="pres">
      <dgm:prSet presAssocID="{6DC6DED5-63B0-4202-B5F9-3AE3CEBDEC01}" presName="Name0" presStyleCnt="0">
        <dgm:presLayoutVars>
          <dgm:dir/>
          <dgm:resizeHandles val="exact"/>
        </dgm:presLayoutVars>
      </dgm:prSet>
      <dgm:spPr bwMode="auto"/>
    </dgm:pt>
    <dgm:pt modelId="{9F38F152-9DF5-4F63-9862-9ABF4CAC9E20}" type="pres">
      <dgm:prSet presAssocID="{2A8A6151-6B07-4EE2-9A90-021264E4A232}" presName="composite" presStyleCnt="0"/>
      <dgm:spPr bwMode="auto"/>
    </dgm:pt>
    <dgm:pt modelId="{D504B37A-779E-49D9-94A2-F9B9FCFC543A}" type="pres">
      <dgm:prSet presAssocID="{2A8A6151-6B07-4EE2-9A90-021264E4A232}" presName="rect1" presStyleLbl="trAlignAcc1" presStyleIdx="0" presStyleCnt="3">
        <dgm:presLayoutVars>
          <dgm:bulletEnabled val="1"/>
        </dgm:presLayoutVars>
      </dgm:prSet>
      <dgm:spPr bwMode="auto"/>
    </dgm:pt>
    <dgm:pt modelId="{27DA0242-A217-4A81-97DD-EBDAA0DE5ED6}" type="pres">
      <dgm:prSet presAssocID="{2A8A6151-6B07-4EE2-9A90-021264E4A232}" presName="rect2" presStyleLbl="fgImgPlace1" presStyleIdx="0" presStyleCnt="3" custLinFactNeighborX="8529"/>
      <dgm:spPr bwMode="auto">
        <a:blipFill>
          <a:blip xmlns:r="http://schemas.openxmlformats.org/officeDocument/2006/relationships" r:embed="rId1"/>
          <a:srcRect l="11206" r="2585" b="-18698"/>
          <a:stretch/>
        </a:blipFill>
        <a:ln>
          <a:noFill/>
        </a:ln>
      </dgm:spPr>
    </dgm:pt>
    <dgm:pt modelId="{6B647667-2B8C-4314-9637-682177917F1E}" type="pres">
      <dgm:prSet presAssocID="{09C74220-277B-42AF-836D-297BCF00F3D9}" presName="sibTrans" presStyleCnt="0"/>
      <dgm:spPr bwMode="auto"/>
    </dgm:pt>
    <dgm:pt modelId="{D3C3F696-7999-4C8F-B6AC-8403130733FC}" type="pres">
      <dgm:prSet presAssocID="{7D3A39C1-E19C-4A08-89F4-52A5DFDEBA92}" presName="composite" presStyleCnt="0"/>
      <dgm:spPr bwMode="auto"/>
    </dgm:pt>
    <dgm:pt modelId="{EB815F80-2A73-4E25-8651-D7A5C7808406}" type="pres">
      <dgm:prSet presAssocID="{7D3A39C1-E19C-4A08-89F4-52A5DFDEBA92}" presName="rect1" presStyleLbl="trAlignAcc1" presStyleIdx="1" presStyleCnt="3">
        <dgm:presLayoutVars>
          <dgm:bulletEnabled val="1"/>
        </dgm:presLayoutVars>
      </dgm:prSet>
      <dgm:spPr bwMode="auto"/>
    </dgm:pt>
    <dgm:pt modelId="{6335DE5E-4ADF-4D42-AF37-EFB4732A8F74}" type="pres">
      <dgm:prSet presAssocID="{7D3A39C1-E19C-4A08-89F4-52A5DFDEBA92}" presName="rect2" presStyleLbl="fgImgPlace1" presStyleIdx="1" presStyleCnt="3" custLinFactNeighborX="11372"/>
      <dgm:spPr bwMode="auto">
        <a:blipFill>
          <a:blip xmlns:r="http://schemas.openxmlformats.org/officeDocument/2006/relationships" r:embed="rId2"/>
          <a:srcRect l="15037" r="9774"/>
          <a:stretch/>
        </a:blipFill>
        <a:ln>
          <a:noFill/>
        </a:ln>
      </dgm:spPr>
    </dgm:pt>
    <dgm:pt modelId="{6817AA11-5BD2-422F-8242-492E07123250}" type="pres">
      <dgm:prSet presAssocID="{7B819A2F-BC02-4642-AAEC-5F49056B8F80}" presName="sibTrans" presStyleCnt="0"/>
      <dgm:spPr bwMode="auto"/>
    </dgm:pt>
    <dgm:pt modelId="{69F95C56-D6FF-4140-A3B8-45A044852987}" type="pres">
      <dgm:prSet presAssocID="{33249672-B984-4512-87A8-382544D42268}" presName="composite" presStyleCnt="0"/>
      <dgm:spPr bwMode="auto"/>
    </dgm:pt>
    <dgm:pt modelId="{00D1A101-A01A-448C-83C0-E397791FC119}" type="pres">
      <dgm:prSet presAssocID="{33249672-B984-4512-87A8-382544D42268}" presName="rect1" presStyleLbl="trAlignAcc1" presStyleIdx="2" presStyleCnt="3">
        <dgm:presLayoutVars>
          <dgm:bulletEnabled val="1"/>
        </dgm:presLayoutVars>
      </dgm:prSet>
      <dgm:spPr bwMode="auto"/>
    </dgm:pt>
    <dgm:pt modelId="{89C09BB5-7272-4077-A346-AA10719BDD29}" type="pres">
      <dgm:prSet presAssocID="{33249672-B984-4512-87A8-382544D42268}" presName="rect2" presStyleLbl="fgImgPlace1" presStyleIdx="2" presStyleCnt="3" custLinFactNeighborX="6426" custLinFactNeighborY="-7748"/>
      <dgm:spPr bwMode="auto">
        <a:blipFill>
          <a:blip xmlns:r="http://schemas.openxmlformats.org/officeDocument/2006/relationships" r:embed="rId3"/>
          <a:srcRect l="3773" t="-8333" r="1885" b="-15909"/>
          <a:stretch/>
        </a:blipFill>
        <a:ln>
          <a:noFill/>
        </a:ln>
      </dgm:spPr>
    </dgm:pt>
  </dgm:ptLst>
  <dgm:cxnLst>
    <dgm:cxn modelId="{23B90D41-E232-421D-A84E-ACB0A51A2CF8}" type="presOf" srcId="{33249672-B984-4512-87A8-382544D42268}" destId="{00D1A101-A01A-448C-83C0-E397791FC119}" srcOrd="0" destOrd="0" presId="urn:microsoft.com/office/officeart/2008/layout/PictureStrips"/>
    <dgm:cxn modelId="{FCC3B262-A1B0-48EF-8F4A-980DC9D77880}" type="presOf" srcId="{2A8A6151-6B07-4EE2-9A90-021264E4A232}" destId="{D504B37A-779E-49D9-94A2-F9B9FCFC543A}" srcOrd="0" destOrd="0" presId="urn:microsoft.com/office/officeart/2008/layout/PictureStrips"/>
    <dgm:cxn modelId="{FA460951-E94F-43F7-9A31-A56BA142EF6A}" srcId="{6DC6DED5-63B0-4202-B5F9-3AE3CEBDEC01}" destId="{2A8A6151-6B07-4EE2-9A90-021264E4A232}" srcOrd="0" destOrd="0" parTransId="{E4F6BDDE-A924-4F2B-B86F-3B3A0D5E1F8D}" sibTransId="{09C74220-277B-42AF-836D-297BCF00F3D9}"/>
    <dgm:cxn modelId="{94D5F77A-587C-4266-A1E2-5970A52FFE8A}" type="presOf" srcId="{7D3A39C1-E19C-4A08-89F4-52A5DFDEBA92}" destId="{EB815F80-2A73-4E25-8651-D7A5C7808406}" srcOrd="0" destOrd="0" presId="urn:microsoft.com/office/officeart/2008/layout/PictureStrips"/>
    <dgm:cxn modelId="{A14F2280-936F-4090-BA81-AE80989362BF}" srcId="{6DC6DED5-63B0-4202-B5F9-3AE3CEBDEC01}" destId="{33249672-B984-4512-87A8-382544D42268}" srcOrd="2" destOrd="0" parTransId="{5C063041-F42F-4DA3-95B2-DC373B925DF5}" sibTransId="{DEBCAB11-CFB2-4DB7-A4E7-9B406EEE47F1}"/>
    <dgm:cxn modelId="{AE75848C-6ACE-4272-98C1-B930998EA0EE}" srcId="{6DC6DED5-63B0-4202-B5F9-3AE3CEBDEC01}" destId="{7D3A39C1-E19C-4A08-89F4-52A5DFDEBA92}" srcOrd="1" destOrd="0" parTransId="{659BEB15-FB22-43C5-BBA2-74B5A90196C4}" sibTransId="{7B819A2F-BC02-4642-AAEC-5F49056B8F80}"/>
    <dgm:cxn modelId="{C5B1E4AC-21BD-4EBE-B252-131EF0D5B4B8}" type="presOf" srcId="{6DC6DED5-63B0-4202-B5F9-3AE3CEBDEC01}" destId="{42A36987-86D8-48E3-9AD2-ECA0A9D093A3}" srcOrd="0" destOrd="0" presId="urn:microsoft.com/office/officeart/2008/layout/PictureStrips"/>
    <dgm:cxn modelId="{C04AFD74-974F-4137-9030-2BE9660C53E0}" type="presParOf" srcId="{42A36987-86D8-48E3-9AD2-ECA0A9D093A3}" destId="{9F38F152-9DF5-4F63-9862-9ABF4CAC9E20}" srcOrd="0" destOrd="0" presId="urn:microsoft.com/office/officeart/2008/layout/PictureStrips"/>
    <dgm:cxn modelId="{6D54E43F-9F5E-4EB9-B95B-A38F1C87C5A7}" type="presParOf" srcId="{9F38F152-9DF5-4F63-9862-9ABF4CAC9E20}" destId="{D504B37A-779E-49D9-94A2-F9B9FCFC543A}" srcOrd="0" destOrd="0" presId="urn:microsoft.com/office/officeart/2008/layout/PictureStrips"/>
    <dgm:cxn modelId="{05258632-0258-4373-ABC0-E95743706479}" type="presParOf" srcId="{9F38F152-9DF5-4F63-9862-9ABF4CAC9E20}" destId="{27DA0242-A217-4A81-97DD-EBDAA0DE5ED6}" srcOrd="1" destOrd="0" presId="urn:microsoft.com/office/officeart/2008/layout/PictureStrips"/>
    <dgm:cxn modelId="{B5726573-7FDD-484A-9C40-937BD4B95C1D}" type="presParOf" srcId="{42A36987-86D8-48E3-9AD2-ECA0A9D093A3}" destId="{6B647667-2B8C-4314-9637-682177917F1E}" srcOrd="1" destOrd="0" presId="urn:microsoft.com/office/officeart/2008/layout/PictureStrips"/>
    <dgm:cxn modelId="{EE1208E7-59FE-4C1F-B5C3-91A9191CC6F4}" type="presParOf" srcId="{42A36987-86D8-48E3-9AD2-ECA0A9D093A3}" destId="{D3C3F696-7999-4C8F-B6AC-8403130733FC}" srcOrd="2" destOrd="0" presId="urn:microsoft.com/office/officeart/2008/layout/PictureStrips"/>
    <dgm:cxn modelId="{8DDE9B24-CA4E-4913-B57E-C362BF89CFCA}" type="presParOf" srcId="{D3C3F696-7999-4C8F-B6AC-8403130733FC}" destId="{EB815F80-2A73-4E25-8651-D7A5C7808406}" srcOrd="0" destOrd="0" presId="urn:microsoft.com/office/officeart/2008/layout/PictureStrips"/>
    <dgm:cxn modelId="{DF2EF632-95B0-407E-A4F8-9F82AC431674}" type="presParOf" srcId="{D3C3F696-7999-4C8F-B6AC-8403130733FC}" destId="{6335DE5E-4ADF-4D42-AF37-EFB4732A8F74}" srcOrd="1" destOrd="0" presId="urn:microsoft.com/office/officeart/2008/layout/PictureStrips"/>
    <dgm:cxn modelId="{B3F4EE06-810A-42D6-AB74-0F7ED1177633}" type="presParOf" srcId="{42A36987-86D8-48E3-9AD2-ECA0A9D093A3}" destId="{6817AA11-5BD2-422F-8242-492E07123250}" srcOrd="3" destOrd="0" presId="urn:microsoft.com/office/officeart/2008/layout/PictureStrips"/>
    <dgm:cxn modelId="{498670CB-D30F-452D-BF69-A6B89B4DDC55}" type="presParOf" srcId="{42A36987-86D8-48E3-9AD2-ECA0A9D093A3}" destId="{69F95C56-D6FF-4140-A3B8-45A044852987}" srcOrd="4" destOrd="0" presId="urn:microsoft.com/office/officeart/2008/layout/PictureStrips"/>
    <dgm:cxn modelId="{A7FB19C3-5120-4343-AC15-CFBCBEBE9D4F}" type="presParOf" srcId="{69F95C56-D6FF-4140-A3B8-45A044852987}" destId="{00D1A101-A01A-448C-83C0-E397791FC119}" srcOrd="0" destOrd="0" presId="urn:microsoft.com/office/officeart/2008/layout/PictureStrips"/>
    <dgm:cxn modelId="{E143B79D-345E-4325-9FE8-1AE9FBE84742}" type="presParOf" srcId="{69F95C56-D6FF-4140-A3B8-45A044852987}" destId="{89C09BB5-7272-4077-A346-AA10719BDD29}" srcOrd="1" destOrd="0" presId="urn:microsoft.com/office/officeart/2008/layout/PictureStrips"/>
  </dgm:cxnLst>
  <dgm:bg/>
  <dgm:whole>
    <a:ln>
      <a:noFill/>
    </a:ln>
  </dgm:whole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6DC6DED5-63B0-4202-B5F9-3AE3CEBDEC01}" type="doc">
      <dgm:prSet loTypeId="urn:microsoft.com/office/officeart/2008/layout/PictureStrips" loCatId="list" qsTypeId="urn:microsoft.com/office/officeart/2005/8/quickstyle/simple1#2" qsCatId="simple" csTypeId="urn:microsoft.com/office/officeart/2005/8/colors/accent5_1" csCatId="accent5" phldr="1"/>
      <dgm:spPr bwMode="auto"/>
      <dgm:t>
        <a:bodyPr/>
        <a:lstStyle/>
        <a:p>
          <a:pPr>
            <a:defRPr/>
          </a:pPr>
          <a:endParaRPr lang="ru-RU"/>
        </a:p>
      </dgm:t>
    </dgm:pt>
    <dgm:pt modelId="{2A8A6151-6B07-4EE2-9A90-021264E4A232}">
      <dgm:prSet phldrT="[Текст]" phldr="0" custT="1"/>
      <dgm:spPr bwMode="auto">
        <a:ln>
          <a:noFill/>
          <a:bevel/>
        </a:ln>
      </dgm:spPr>
      <dgm:t>
        <a:bodyPr/>
        <a:lstStyle/>
        <a:p>
          <a:pPr>
            <a:defRPr/>
          </a:pPr>
          <a:r>
            <a:rPr lang="ru-RU" sz="1800">
              <a:solidFill>
                <a:schemeClr val="tx2">
                  <a:lumMod val="75000"/>
                </a:schemeClr>
              </a:solidFill>
            </a:rPr>
            <a:t>Определение типа слоев,  их кол-ва и кол-ва нейронов в каждом слое</a:t>
          </a:r>
          <a:endParaRPr/>
        </a:p>
      </dgm:t>
    </dgm:pt>
    <dgm:pt modelId="{E4F6BDDE-A924-4F2B-B86F-3B3A0D5E1F8D}" type="parTrans" cxnId="{FA460951-E94F-43F7-9A31-A56BA142EF6A}">
      <dgm:prSet/>
      <dgm:spPr bwMode="auto"/>
      <dgm:t>
        <a:bodyPr/>
        <a:lstStyle/>
        <a:p>
          <a:pPr>
            <a:defRPr/>
          </a:pPr>
          <a:endParaRPr lang="ru-RU" sz="1800">
            <a:solidFill>
              <a:schemeClr val="tx2">
                <a:lumMod val="75000"/>
              </a:schemeClr>
            </a:solidFill>
          </a:endParaRPr>
        </a:p>
      </dgm:t>
    </dgm:pt>
    <dgm:pt modelId="{09C74220-277B-42AF-836D-297BCF00F3D9}" type="sibTrans" cxnId="{FA460951-E94F-43F7-9A31-A56BA142EF6A}">
      <dgm:prSet/>
      <dgm:spPr bwMode="auto"/>
      <dgm:t>
        <a:bodyPr/>
        <a:lstStyle/>
        <a:p>
          <a:pPr>
            <a:defRPr/>
          </a:pPr>
          <a:endParaRPr lang="ru-RU" sz="1800">
            <a:solidFill>
              <a:schemeClr val="tx2">
                <a:lumMod val="75000"/>
              </a:schemeClr>
            </a:solidFill>
          </a:endParaRPr>
        </a:p>
      </dgm:t>
    </dgm:pt>
    <dgm:pt modelId="{7D3A39C1-E19C-4A08-89F4-52A5DFDEBA92}">
      <dgm:prSet phldrT="[Текст]" phldr="0" custT="1"/>
      <dgm:spPr bwMode="auto">
        <a:ln>
          <a:noFill/>
        </a:ln>
      </dgm:spPr>
      <dgm:t>
        <a:bodyPr/>
        <a:lstStyle/>
        <a:p>
          <a:pPr>
            <a:defRPr/>
          </a:pPr>
          <a:r>
            <a:rPr lang="ru-RU" sz="1800">
              <a:solidFill>
                <a:schemeClr val="tx2">
                  <a:lumMod val="75000"/>
                </a:schemeClr>
              </a:solidFill>
            </a:rPr>
            <a:t>Выбор функции активации</a:t>
          </a:r>
          <a:endParaRPr/>
        </a:p>
      </dgm:t>
    </dgm:pt>
    <dgm:pt modelId="{659BEB15-FB22-43C5-BBA2-74B5A90196C4}" type="parTrans" cxnId="{AE75848C-6ACE-4272-98C1-B930998EA0EE}">
      <dgm:prSet/>
      <dgm:spPr bwMode="auto"/>
      <dgm:t>
        <a:bodyPr/>
        <a:lstStyle/>
        <a:p>
          <a:pPr>
            <a:defRPr/>
          </a:pPr>
          <a:endParaRPr lang="ru-RU" sz="1800">
            <a:solidFill>
              <a:schemeClr val="tx2">
                <a:lumMod val="75000"/>
              </a:schemeClr>
            </a:solidFill>
          </a:endParaRPr>
        </a:p>
      </dgm:t>
    </dgm:pt>
    <dgm:pt modelId="{7B819A2F-BC02-4642-AAEC-5F49056B8F80}" type="sibTrans" cxnId="{AE75848C-6ACE-4272-98C1-B930998EA0EE}">
      <dgm:prSet/>
      <dgm:spPr bwMode="auto"/>
      <dgm:t>
        <a:bodyPr/>
        <a:lstStyle/>
        <a:p>
          <a:pPr>
            <a:defRPr/>
          </a:pPr>
          <a:endParaRPr lang="ru-RU" sz="1800">
            <a:solidFill>
              <a:schemeClr val="tx2">
                <a:lumMod val="75000"/>
              </a:schemeClr>
            </a:solidFill>
          </a:endParaRPr>
        </a:p>
      </dgm:t>
    </dgm:pt>
    <dgm:pt modelId="{33249672-B984-4512-87A8-382544D42268}">
      <dgm:prSet phldrT="[Текст]" phldr="0" custT="1"/>
      <dgm:spPr bwMode="auto">
        <a:ln>
          <a:noFill/>
        </a:ln>
      </dgm:spPr>
      <dgm:t>
        <a:bodyPr/>
        <a:lstStyle/>
        <a:p>
          <a:pPr>
            <a:defRPr/>
          </a:pPr>
          <a:r>
            <a:rPr lang="ru-RU" sz="1800">
              <a:solidFill>
                <a:schemeClr val="tx2">
                  <a:lumMod val="75000"/>
                </a:schemeClr>
              </a:solidFill>
            </a:rPr>
            <a:t>Определение вспомогательных слоев</a:t>
          </a:r>
          <a:endParaRPr/>
        </a:p>
      </dgm:t>
    </dgm:pt>
    <dgm:pt modelId="{5C063041-F42F-4DA3-95B2-DC373B925DF5}" type="parTrans" cxnId="{A14F2280-936F-4090-BA81-AE80989362BF}">
      <dgm:prSet/>
      <dgm:spPr bwMode="auto"/>
      <dgm:t>
        <a:bodyPr/>
        <a:lstStyle/>
        <a:p>
          <a:pPr>
            <a:defRPr/>
          </a:pPr>
          <a:endParaRPr lang="ru-RU" sz="1800">
            <a:solidFill>
              <a:schemeClr val="tx2">
                <a:lumMod val="75000"/>
              </a:schemeClr>
            </a:solidFill>
          </a:endParaRPr>
        </a:p>
      </dgm:t>
    </dgm:pt>
    <dgm:pt modelId="{DEBCAB11-CFB2-4DB7-A4E7-9B406EEE47F1}" type="sibTrans" cxnId="{A14F2280-936F-4090-BA81-AE80989362BF}">
      <dgm:prSet/>
      <dgm:spPr bwMode="auto"/>
      <dgm:t>
        <a:bodyPr/>
        <a:lstStyle/>
        <a:p>
          <a:pPr>
            <a:defRPr/>
          </a:pPr>
          <a:endParaRPr lang="ru-RU" sz="1800">
            <a:solidFill>
              <a:schemeClr val="tx2">
                <a:lumMod val="75000"/>
              </a:schemeClr>
            </a:solidFill>
          </a:endParaRPr>
        </a:p>
      </dgm:t>
    </dgm:pt>
    <dgm:pt modelId="{42A36987-86D8-48E3-9AD2-ECA0A9D093A3}" type="pres">
      <dgm:prSet presAssocID="{6DC6DED5-63B0-4202-B5F9-3AE3CEBDEC01}" presName="Name0" presStyleCnt="0">
        <dgm:presLayoutVars>
          <dgm:dir/>
          <dgm:resizeHandles val="exact"/>
        </dgm:presLayoutVars>
      </dgm:prSet>
      <dgm:spPr bwMode="auto"/>
    </dgm:pt>
    <dgm:pt modelId="{9F38F152-9DF5-4F63-9862-9ABF4CAC9E20}" type="pres">
      <dgm:prSet presAssocID="{2A8A6151-6B07-4EE2-9A90-021264E4A232}" presName="composite" presStyleCnt="0"/>
      <dgm:spPr bwMode="auto"/>
    </dgm:pt>
    <dgm:pt modelId="{D504B37A-779E-49D9-94A2-F9B9FCFC543A}" type="pres">
      <dgm:prSet presAssocID="{2A8A6151-6B07-4EE2-9A90-021264E4A232}" presName="rect1" presStyleLbl="trAlignAcc1" presStyleIdx="0" presStyleCnt="3" custScaleX="131307">
        <dgm:presLayoutVars>
          <dgm:bulletEnabled val="1"/>
        </dgm:presLayoutVars>
      </dgm:prSet>
      <dgm:spPr bwMode="auto"/>
    </dgm:pt>
    <dgm:pt modelId="{27DA0242-A217-4A81-97DD-EBDAA0DE5ED6}" type="pres">
      <dgm:prSet presAssocID="{2A8A6151-6B07-4EE2-9A90-021264E4A232}" presName="rect2" presStyleLbl="fgImgPlace1" presStyleIdx="0" presStyleCnt="3" custLinFactNeighborX="-85674" custLinFactNeighborY="-3768"/>
      <dgm:spPr bwMode="auto">
        <a:blipFill>
          <a:blip xmlns:r="http://schemas.openxmlformats.org/officeDocument/2006/relationships" r:embed="rId1"/>
          <a:srcRect l="11206" r="2585" b="-18698"/>
          <a:stretch/>
        </a:blipFill>
        <a:ln>
          <a:noFill/>
        </a:ln>
      </dgm:spPr>
    </dgm:pt>
    <dgm:pt modelId="{6B647667-2B8C-4314-9637-682177917F1E}" type="pres">
      <dgm:prSet presAssocID="{09C74220-277B-42AF-836D-297BCF00F3D9}" presName="sibTrans" presStyleCnt="0"/>
      <dgm:spPr bwMode="auto"/>
    </dgm:pt>
    <dgm:pt modelId="{D3C3F696-7999-4C8F-B6AC-8403130733FC}" type="pres">
      <dgm:prSet presAssocID="{7D3A39C1-E19C-4A08-89F4-52A5DFDEBA92}" presName="composite" presStyleCnt="0"/>
      <dgm:spPr bwMode="auto"/>
    </dgm:pt>
    <dgm:pt modelId="{EB815F80-2A73-4E25-8651-D7A5C7808406}" type="pres">
      <dgm:prSet presAssocID="{7D3A39C1-E19C-4A08-89F4-52A5DFDEBA92}" presName="rect1" presStyleLbl="trAlignAcc1" presStyleIdx="1" presStyleCnt="3" custScaleX="131307">
        <dgm:presLayoutVars>
          <dgm:bulletEnabled val="1"/>
        </dgm:presLayoutVars>
      </dgm:prSet>
      <dgm:spPr bwMode="auto"/>
    </dgm:pt>
    <dgm:pt modelId="{6335DE5E-4ADF-4D42-AF37-EFB4732A8F74}" type="pres">
      <dgm:prSet presAssocID="{7D3A39C1-E19C-4A08-89F4-52A5DFDEBA92}" presName="rect2" presStyleLbl="fgImgPlace1" presStyleIdx="1" presStyleCnt="3" custLinFactNeighborX="-82831" custLinFactNeighborY="-29882"/>
      <dgm:spPr bwMode="auto">
        <a:blipFill>
          <a:blip xmlns:r="http://schemas.openxmlformats.org/officeDocument/2006/relationships" r:embed="rId2"/>
          <a:srcRect l="11403" t="-10714" r="876"/>
          <a:stretch/>
        </a:blipFill>
        <a:ln>
          <a:noFill/>
        </a:ln>
      </dgm:spPr>
    </dgm:pt>
    <dgm:pt modelId="{6817AA11-5BD2-422F-8242-492E07123250}" type="pres">
      <dgm:prSet presAssocID="{7B819A2F-BC02-4642-AAEC-5F49056B8F80}" presName="sibTrans" presStyleCnt="0"/>
      <dgm:spPr bwMode="auto"/>
    </dgm:pt>
    <dgm:pt modelId="{69F95C56-D6FF-4140-A3B8-45A044852987}" type="pres">
      <dgm:prSet presAssocID="{33249672-B984-4512-87A8-382544D42268}" presName="composite" presStyleCnt="0"/>
      <dgm:spPr bwMode="auto"/>
    </dgm:pt>
    <dgm:pt modelId="{00D1A101-A01A-448C-83C0-E397791FC119}" type="pres">
      <dgm:prSet presAssocID="{33249672-B984-4512-87A8-382544D42268}" presName="rect1" presStyleLbl="trAlignAcc1" presStyleIdx="2" presStyleCnt="3" custScaleX="131307">
        <dgm:presLayoutVars>
          <dgm:bulletEnabled val="1"/>
        </dgm:presLayoutVars>
      </dgm:prSet>
      <dgm:spPr bwMode="auto"/>
    </dgm:pt>
    <dgm:pt modelId="{89C09BB5-7272-4077-A346-AA10719BDD29}" type="pres">
      <dgm:prSet presAssocID="{33249672-B984-4512-87A8-382544D42268}" presName="rect2" presStyleLbl="fgImgPlace1" presStyleIdx="2" presStyleCnt="3" custLinFactNeighborX="-87776" custLinFactNeighborY="-11516"/>
      <dgm:spPr bwMode="auto">
        <a:blipFill>
          <a:blip xmlns:r="http://schemas.openxmlformats.org/officeDocument/2006/relationships" r:embed="rId3"/>
          <a:srcRect l="3773" t="-8333" r="1885" b="-15909"/>
          <a:stretch/>
        </a:blipFill>
        <a:ln>
          <a:noFill/>
        </a:ln>
      </dgm:spPr>
    </dgm:pt>
  </dgm:ptLst>
  <dgm:cxnLst>
    <dgm:cxn modelId="{23B90D41-E232-421D-A84E-ACB0A51A2CF8}" type="presOf" srcId="{33249672-B984-4512-87A8-382544D42268}" destId="{00D1A101-A01A-448C-83C0-E397791FC119}" srcOrd="0" destOrd="0" presId="urn:microsoft.com/office/officeart/2008/layout/PictureStrips"/>
    <dgm:cxn modelId="{FCC3B262-A1B0-48EF-8F4A-980DC9D77880}" type="presOf" srcId="{2A8A6151-6B07-4EE2-9A90-021264E4A232}" destId="{D504B37A-779E-49D9-94A2-F9B9FCFC543A}" srcOrd="0" destOrd="0" presId="urn:microsoft.com/office/officeart/2008/layout/PictureStrips"/>
    <dgm:cxn modelId="{FA460951-E94F-43F7-9A31-A56BA142EF6A}" srcId="{6DC6DED5-63B0-4202-B5F9-3AE3CEBDEC01}" destId="{2A8A6151-6B07-4EE2-9A90-021264E4A232}" srcOrd="0" destOrd="0" parTransId="{E4F6BDDE-A924-4F2B-B86F-3B3A0D5E1F8D}" sibTransId="{09C74220-277B-42AF-836D-297BCF00F3D9}"/>
    <dgm:cxn modelId="{94D5F77A-587C-4266-A1E2-5970A52FFE8A}" type="presOf" srcId="{7D3A39C1-E19C-4A08-89F4-52A5DFDEBA92}" destId="{EB815F80-2A73-4E25-8651-D7A5C7808406}" srcOrd="0" destOrd="0" presId="urn:microsoft.com/office/officeart/2008/layout/PictureStrips"/>
    <dgm:cxn modelId="{A14F2280-936F-4090-BA81-AE80989362BF}" srcId="{6DC6DED5-63B0-4202-B5F9-3AE3CEBDEC01}" destId="{33249672-B984-4512-87A8-382544D42268}" srcOrd="2" destOrd="0" parTransId="{5C063041-F42F-4DA3-95B2-DC373B925DF5}" sibTransId="{DEBCAB11-CFB2-4DB7-A4E7-9B406EEE47F1}"/>
    <dgm:cxn modelId="{AE75848C-6ACE-4272-98C1-B930998EA0EE}" srcId="{6DC6DED5-63B0-4202-B5F9-3AE3CEBDEC01}" destId="{7D3A39C1-E19C-4A08-89F4-52A5DFDEBA92}" srcOrd="1" destOrd="0" parTransId="{659BEB15-FB22-43C5-BBA2-74B5A90196C4}" sibTransId="{7B819A2F-BC02-4642-AAEC-5F49056B8F80}"/>
    <dgm:cxn modelId="{C5B1E4AC-21BD-4EBE-B252-131EF0D5B4B8}" type="presOf" srcId="{6DC6DED5-63B0-4202-B5F9-3AE3CEBDEC01}" destId="{42A36987-86D8-48E3-9AD2-ECA0A9D093A3}" srcOrd="0" destOrd="0" presId="urn:microsoft.com/office/officeart/2008/layout/PictureStrips"/>
    <dgm:cxn modelId="{C04AFD74-974F-4137-9030-2BE9660C53E0}" type="presParOf" srcId="{42A36987-86D8-48E3-9AD2-ECA0A9D093A3}" destId="{9F38F152-9DF5-4F63-9862-9ABF4CAC9E20}" srcOrd="0" destOrd="0" presId="urn:microsoft.com/office/officeart/2008/layout/PictureStrips"/>
    <dgm:cxn modelId="{6D54E43F-9F5E-4EB9-B95B-A38F1C87C5A7}" type="presParOf" srcId="{9F38F152-9DF5-4F63-9862-9ABF4CAC9E20}" destId="{D504B37A-779E-49D9-94A2-F9B9FCFC543A}" srcOrd="0" destOrd="0" presId="urn:microsoft.com/office/officeart/2008/layout/PictureStrips"/>
    <dgm:cxn modelId="{05258632-0258-4373-ABC0-E95743706479}" type="presParOf" srcId="{9F38F152-9DF5-4F63-9862-9ABF4CAC9E20}" destId="{27DA0242-A217-4A81-97DD-EBDAA0DE5ED6}" srcOrd="1" destOrd="0" presId="urn:microsoft.com/office/officeart/2008/layout/PictureStrips"/>
    <dgm:cxn modelId="{B5726573-7FDD-484A-9C40-937BD4B95C1D}" type="presParOf" srcId="{42A36987-86D8-48E3-9AD2-ECA0A9D093A3}" destId="{6B647667-2B8C-4314-9637-682177917F1E}" srcOrd="1" destOrd="0" presId="urn:microsoft.com/office/officeart/2008/layout/PictureStrips"/>
    <dgm:cxn modelId="{EE1208E7-59FE-4C1F-B5C3-91A9191CC6F4}" type="presParOf" srcId="{42A36987-86D8-48E3-9AD2-ECA0A9D093A3}" destId="{D3C3F696-7999-4C8F-B6AC-8403130733FC}" srcOrd="2" destOrd="0" presId="urn:microsoft.com/office/officeart/2008/layout/PictureStrips"/>
    <dgm:cxn modelId="{8DDE9B24-CA4E-4913-B57E-C362BF89CFCA}" type="presParOf" srcId="{D3C3F696-7999-4C8F-B6AC-8403130733FC}" destId="{EB815F80-2A73-4E25-8651-D7A5C7808406}" srcOrd="0" destOrd="0" presId="urn:microsoft.com/office/officeart/2008/layout/PictureStrips"/>
    <dgm:cxn modelId="{DF2EF632-95B0-407E-A4F8-9F82AC431674}" type="presParOf" srcId="{D3C3F696-7999-4C8F-B6AC-8403130733FC}" destId="{6335DE5E-4ADF-4D42-AF37-EFB4732A8F74}" srcOrd="1" destOrd="0" presId="urn:microsoft.com/office/officeart/2008/layout/PictureStrips"/>
    <dgm:cxn modelId="{B3F4EE06-810A-42D6-AB74-0F7ED1177633}" type="presParOf" srcId="{42A36987-86D8-48E3-9AD2-ECA0A9D093A3}" destId="{6817AA11-5BD2-422F-8242-492E07123250}" srcOrd="3" destOrd="0" presId="urn:microsoft.com/office/officeart/2008/layout/PictureStrips"/>
    <dgm:cxn modelId="{498670CB-D30F-452D-BF69-A6B89B4DDC55}" type="presParOf" srcId="{42A36987-86D8-48E3-9AD2-ECA0A9D093A3}" destId="{69F95C56-D6FF-4140-A3B8-45A044852987}" srcOrd="4" destOrd="0" presId="urn:microsoft.com/office/officeart/2008/layout/PictureStrips"/>
    <dgm:cxn modelId="{A7FB19C3-5120-4343-AC15-CFBCBEBE9D4F}" type="presParOf" srcId="{69F95C56-D6FF-4140-A3B8-45A044852987}" destId="{00D1A101-A01A-448C-83C0-E397791FC119}" srcOrd="0" destOrd="0" presId="urn:microsoft.com/office/officeart/2008/layout/PictureStrips"/>
    <dgm:cxn modelId="{E143B79D-345E-4325-9FE8-1AE9FBE84742}" type="presParOf" srcId="{69F95C56-D6FF-4140-A3B8-45A044852987}" destId="{89C09BB5-7272-4077-A346-AA10719BDD29}" srcOrd="1" destOrd="0" presId="urn:microsoft.com/office/officeart/2008/layout/PictureStrips"/>
  </dgm:cxnLst>
  <dgm:bg/>
  <dgm:whole>
    <a:ln>
      <a:noFill/>
      <a:miter/>
    </a:ln>
  </dgm:whole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99D25A5-17C8-4F4A-87A9-81CA978F1F0A}">
      <dsp:nvSpPr>
        <dsp:cNvPr id="0" name=""/>
        <dsp:cNvSpPr/>
      </dsp:nvSpPr>
      <dsp:spPr bwMode="auto">
        <a:xfrm>
          <a:off x="721261" y="910"/>
          <a:ext cx="1616082" cy="969649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dk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dk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dk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0">
          <a:srgbClr val="000000"/>
        </a:lnRef>
        <a:fillRef idx="3">
          <a:srgbClr val="000000"/>
        </a:fillRef>
        <a:effectRef idx="2">
          <a:srgbClr val="00000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/>
          </a:pPr>
          <a:r>
            <a:rPr lang="ru-RU" sz="1400" kern="1200"/>
            <a:t>Выбор языка программирования, библиотек и среды разработки</a:t>
          </a:r>
          <a:endParaRPr kern="1200"/>
        </a:p>
      </dsp:txBody>
      <dsp:txXfrm>
        <a:off x="749661" y="29310"/>
        <a:ext cx="1559282" cy="912849"/>
      </dsp:txXfrm>
    </dsp:sp>
    <dsp:sp modelId="{59F6FB53-FC4F-49FF-8AFA-3056AD8D72B4}">
      <dsp:nvSpPr>
        <dsp:cNvPr id="0" name=""/>
        <dsp:cNvSpPr/>
      </dsp:nvSpPr>
      <dsp:spPr bwMode="auto">
        <a:xfrm>
          <a:off x="2479558" y="285341"/>
          <a:ext cx="342609" cy="400788"/>
        </a:xfrm>
        <a:prstGeom prst="rightArrow">
          <a:avLst>
            <a:gd name="adj1" fmla="val 60000"/>
            <a:gd name="adj2" fmla="val 50000"/>
          </a:avLst>
        </a:prstGeom>
        <a:gradFill rotWithShape="0">
          <a:gsLst>
            <a:gs pos="0">
              <a:schemeClr val="dk2">
                <a:tint val="60000"/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dk2">
                <a:tint val="60000"/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dk2">
                <a:tint val="60000"/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0">
          <a:srgbClr val="000000"/>
        </a:lnRef>
        <a:fillRef idx="3">
          <a:srgbClr val="000000"/>
        </a:fillRef>
        <a:effectRef idx="2">
          <a:srgbClr val="00000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/>
          </a:pPr>
          <a:endParaRPr lang="ru-RU" sz="1400" kern="1200"/>
        </a:p>
      </dsp:txBody>
      <dsp:txXfrm>
        <a:off x="2479558" y="365499"/>
        <a:ext cx="239826" cy="240472"/>
      </dsp:txXfrm>
    </dsp:sp>
    <dsp:sp modelId="{4FE144EA-FCF0-4B26-95C0-D7207D9487E2}">
      <dsp:nvSpPr>
        <dsp:cNvPr id="0" name=""/>
        <dsp:cNvSpPr/>
      </dsp:nvSpPr>
      <dsp:spPr bwMode="auto">
        <a:xfrm>
          <a:off x="2983775" y="910"/>
          <a:ext cx="1616082" cy="969649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dk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dk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dk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0">
          <a:srgbClr val="000000"/>
        </a:lnRef>
        <a:fillRef idx="3">
          <a:srgbClr val="000000"/>
        </a:fillRef>
        <a:effectRef idx="2">
          <a:srgbClr val="00000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/>
          </a:pPr>
          <a:r>
            <a:rPr lang="ru-RU" sz="1400" kern="1200" dirty="0"/>
            <a:t>Подготовка датасета для обучения нашей модели</a:t>
          </a:r>
          <a:endParaRPr kern="1200" dirty="0"/>
        </a:p>
      </dsp:txBody>
      <dsp:txXfrm>
        <a:off x="3012175" y="29310"/>
        <a:ext cx="1559282" cy="912849"/>
      </dsp:txXfrm>
    </dsp:sp>
    <dsp:sp modelId="{0F2C0EA3-E8A5-44C3-87E0-33A7C6B8C1AC}">
      <dsp:nvSpPr>
        <dsp:cNvPr id="0" name=""/>
        <dsp:cNvSpPr/>
      </dsp:nvSpPr>
      <dsp:spPr bwMode="auto">
        <a:xfrm rot="5400000">
          <a:off x="3620512" y="1083685"/>
          <a:ext cx="342609" cy="400788"/>
        </a:xfrm>
        <a:prstGeom prst="rightArrow">
          <a:avLst>
            <a:gd name="adj1" fmla="val 60000"/>
            <a:gd name="adj2" fmla="val 50000"/>
          </a:avLst>
        </a:prstGeom>
        <a:gradFill rotWithShape="0">
          <a:gsLst>
            <a:gs pos="0">
              <a:schemeClr val="dk2">
                <a:tint val="60000"/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dk2">
                <a:tint val="60000"/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dk2">
                <a:tint val="60000"/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0">
          <a:srgbClr val="000000"/>
        </a:lnRef>
        <a:fillRef idx="3">
          <a:srgbClr val="000000"/>
        </a:fillRef>
        <a:effectRef idx="2">
          <a:srgbClr val="00000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/>
          </a:pPr>
          <a:endParaRPr lang="ru-RU" sz="1400" kern="1200"/>
        </a:p>
      </dsp:txBody>
      <dsp:txXfrm rot="-5400000">
        <a:off x="3671581" y="1112775"/>
        <a:ext cx="240472" cy="239826"/>
      </dsp:txXfrm>
    </dsp:sp>
    <dsp:sp modelId="{59354E04-DCC5-487A-8B9F-426B512F3DC2}">
      <dsp:nvSpPr>
        <dsp:cNvPr id="0" name=""/>
        <dsp:cNvSpPr/>
      </dsp:nvSpPr>
      <dsp:spPr bwMode="auto">
        <a:xfrm>
          <a:off x="2983775" y="1616992"/>
          <a:ext cx="1616082" cy="969649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dk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dk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dk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0">
          <a:srgbClr val="000000"/>
        </a:lnRef>
        <a:fillRef idx="3">
          <a:srgbClr val="000000"/>
        </a:fillRef>
        <a:effectRef idx="2">
          <a:srgbClr val="00000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/>
          </a:pPr>
          <a:r>
            <a:rPr lang="ru-RU" sz="1400" kern="1200"/>
            <a:t>Спроектировать нейронную сеть для нашей модели (список слоев)</a:t>
          </a:r>
          <a:endParaRPr kern="1200"/>
        </a:p>
      </dsp:txBody>
      <dsp:txXfrm>
        <a:off x="3012175" y="1645392"/>
        <a:ext cx="1559282" cy="912849"/>
      </dsp:txXfrm>
    </dsp:sp>
    <dsp:sp modelId="{DB6B67FF-3B41-473D-8ABB-C9A5F7F052D3}">
      <dsp:nvSpPr>
        <dsp:cNvPr id="0" name=""/>
        <dsp:cNvSpPr/>
      </dsp:nvSpPr>
      <dsp:spPr bwMode="auto">
        <a:xfrm rot="10800000">
          <a:off x="2498951" y="1901423"/>
          <a:ext cx="342609" cy="400788"/>
        </a:xfrm>
        <a:prstGeom prst="rightArrow">
          <a:avLst>
            <a:gd name="adj1" fmla="val 60000"/>
            <a:gd name="adj2" fmla="val 50000"/>
          </a:avLst>
        </a:prstGeom>
        <a:gradFill rotWithShape="0">
          <a:gsLst>
            <a:gs pos="0">
              <a:schemeClr val="dk2">
                <a:tint val="60000"/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dk2">
                <a:tint val="60000"/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dk2">
                <a:tint val="60000"/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0">
          <a:srgbClr val="000000"/>
        </a:lnRef>
        <a:fillRef idx="3">
          <a:srgbClr val="000000"/>
        </a:fillRef>
        <a:effectRef idx="2">
          <a:srgbClr val="00000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/>
          </a:pPr>
          <a:endParaRPr lang="ru-RU" sz="1400" kern="1200"/>
        </a:p>
      </dsp:txBody>
      <dsp:txXfrm rot="10800000">
        <a:off x="2601734" y="1981581"/>
        <a:ext cx="239826" cy="240472"/>
      </dsp:txXfrm>
    </dsp:sp>
    <dsp:sp modelId="{AC726EEE-5EB0-4B56-B9E4-EBA2E46192D1}">
      <dsp:nvSpPr>
        <dsp:cNvPr id="0" name=""/>
        <dsp:cNvSpPr/>
      </dsp:nvSpPr>
      <dsp:spPr bwMode="auto">
        <a:xfrm>
          <a:off x="721261" y="1616992"/>
          <a:ext cx="1616082" cy="969649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dk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dk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dk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0">
          <a:srgbClr val="000000"/>
        </a:lnRef>
        <a:fillRef idx="3">
          <a:srgbClr val="000000"/>
        </a:fillRef>
        <a:effectRef idx="2">
          <a:srgbClr val="00000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/>
          </a:pPr>
          <a:r>
            <a:rPr lang="ru-RU" sz="1400" kern="1200"/>
            <a:t>Описать модель на языке </a:t>
          </a:r>
          <a:r>
            <a:rPr lang="en-US" sz="1400" kern="1200"/>
            <a:t>Python</a:t>
          </a:r>
          <a:endParaRPr lang="ru-RU" sz="1400" kern="1200"/>
        </a:p>
      </dsp:txBody>
      <dsp:txXfrm>
        <a:off x="749661" y="1645392"/>
        <a:ext cx="1559282" cy="912849"/>
      </dsp:txXfrm>
    </dsp:sp>
    <dsp:sp modelId="{CEF46543-3C1F-4A41-9B87-EFD2FCB11722}">
      <dsp:nvSpPr>
        <dsp:cNvPr id="0" name=""/>
        <dsp:cNvSpPr/>
      </dsp:nvSpPr>
      <dsp:spPr bwMode="auto">
        <a:xfrm rot="3490402">
          <a:off x="1823182" y="2700209"/>
          <a:ext cx="403805" cy="400788"/>
        </a:xfrm>
        <a:prstGeom prst="rightArrow">
          <a:avLst>
            <a:gd name="adj1" fmla="val 60000"/>
            <a:gd name="adj2" fmla="val 50000"/>
          </a:avLst>
        </a:prstGeom>
        <a:gradFill rotWithShape="0">
          <a:gsLst>
            <a:gs pos="0">
              <a:schemeClr val="dk2">
                <a:tint val="60000"/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dk2">
                <a:tint val="60000"/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dk2">
                <a:tint val="60000"/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0">
          <a:srgbClr val="000000"/>
        </a:lnRef>
        <a:fillRef idx="3">
          <a:srgbClr val="000000"/>
        </a:fillRef>
        <a:effectRef idx="2">
          <a:srgbClr val="00000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/>
          </a:pPr>
          <a:endParaRPr lang="ru-RU" sz="1400" kern="1200"/>
        </a:p>
      </dsp:txBody>
      <dsp:txXfrm rot="-5400000">
        <a:off x="1873145" y="2707740"/>
        <a:ext cx="240472" cy="283569"/>
      </dsp:txXfrm>
    </dsp:sp>
    <dsp:sp modelId="{9B45C2AD-9A21-4B74-A5E3-0FFE620BD802}">
      <dsp:nvSpPr>
        <dsp:cNvPr id="0" name=""/>
        <dsp:cNvSpPr/>
      </dsp:nvSpPr>
      <dsp:spPr bwMode="auto">
        <a:xfrm>
          <a:off x="1724880" y="3233985"/>
          <a:ext cx="1616082" cy="969649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dk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dk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dk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0">
          <a:srgbClr val="000000"/>
        </a:lnRef>
        <a:fillRef idx="3">
          <a:srgbClr val="000000"/>
        </a:fillRef>
        <a:effectRef idx="2">
          <a:srgbClr val="00000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/>
          </a:pPr>
          <a:r>
            <a:rPr lang="ru-RU" sz="1400" kern="1200"/>
            <a:t>Обучить и протестировать модель. Сохранить модель</a:t>
          </a:r>
          <a:endParaRPr kern="1200"/>
        </a:p>
      </dsp:txBody>
      <dsp:txXfrm>
        <a:off x="1753280" y="3262385"/>
        <a:ext cx="1559282" cy="912849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99D25A5-17C8-4F4A-87A9-81CA978F1F0A}">
      <dsp:nvSpPr>
        <dsp:cNvPr id="0" name=""/>
        <dsp:cNvSpPr/>
      </dsp:nvSpPr>
      <dsp:spPr bwMode="auto">
        <a:xfrm>
          <a:off x="934471" y="2647"/>
          <a:ext cx="1591712" cy="955027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6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6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6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0">
          <a:srgbClr val="000000"/>
        </a:lnRef>
        <a:fillRef idx="3">
          <a:srgbClr val="000000"/>
        </a:fillRef>
        <a:effectRef idx="2">
          <a:srgbClr val="00000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/>
          </a:pPr>
          <a:r>
            <a:rPr lang="ru-RU" sz="1400" kern="1200"/>
            <a:t>Выбор языка программирования, библиотек и среды разработки</a:t>
          </a:r>
          <a:endParaRPr kern="1200"/>
        </a:p>
      </dsp:txBody>
      <dsp:txXfrm>
        <a:off x="962443" y="30619"/>
        <a:ext cx="1535768" cy="899083"/>
      </dsp:txXfrm>
    </dsp:sp>
    <dsp:sp modelId="{59F6FB53-FC4F-49FF-8AFA-3056AD8D72B4}">
      <dsp:nvSpPr>
        <dsp:cNvPr id="0" name=""/>
        <dsp:cNvSpPr/>
      </dsp:nvSpPr>
      <dsp:spPr bwMode="auto">
        <a:xfrm>
          <a:off x="2666254" y="282788"/>
          <a:ext cx="337443" cy="394744"/>
        </a:xfrm>
        <a:prstGeom prst="rightArrow">
          <a:avLst>
            <a:gd name="adj1" fmla="val 60000"/>
            <a:gd name="adj2" fmla="val 50000"/>
          </a:avLst>
        </a:prstGeom>
        <a:gradFill rotWithShape="0">
          <a:gsLst>
            <a:gs pos="0">
              <a:schemeClr val="accent6">
                <a:tint val="60000"/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6">
                <a:tint val="60000"/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6">
                <a:tint val="60000"/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0">
          <a:srgbClr val="000000"/>
        </a:lnRef>
        <a:fillRef idx="3">
          <a:srgbClr val="000000"/>
        </a:fillRef>
        <a:effectRef idx="2">
          <a:srgbClr val="00000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/>
          </a:pPr>
          <a:endParaRPr lang="ru-RU" sz="1400" kern="1200"/>
        </a:p>
      </dsp:txBody>
      <dsp:txXfrm>
        <a:off x="2666254" y="361737"/>
        <a:ext cx="236210" cy="236846"/>
      </dsp:txXfrm>
    </dsp:sp>
    <dsp:sp modelId="{4FE144EA-FCF0-4B26-95C0-D7207D9487E2}">
      <dsp:nvSpPr>
        <dsp:cNvPr id="0" name=""/>
        <dsp:cNvSpPr/>
      </dsp:nvSpPr>
      <dsp:spPr bwMode="auto">
        <a:xfrm>
          <a:off x="3162868" y="2647"/>
          <a:ext cx="1591712" cy="955027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6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6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6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0">
          <a:srgbClr val="000000"/>
        </a:lnRef>
        <a:fillRef idx="3">
          <a:srgbClr val="000000"/>
        </a:fillRef>
        <a:effectRef idx="2">
          <a:srgbClr val="00000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/>
          </a:pPr>
          <a:r>
            <a:rPr lang="ru-RU" sz="1400" kern="1200" dirty="0"/>
            <a:t>Выбрать хостинг для веб приложения</a:t>
          </a:r>
          <a:endParaRPr kern="1200" dirty="0"/>
        </a:p>
      </dsp:txBody>
      <dsp:txXfrm>
        <a:off x="3190840" y="30619"/>
        <a:ext cx="1535768" cy="899083"/>
      </dsp:txXfrm>
    </dsp:sp>
    <dsp:sp modelId="{0F2C0EA3-E8A5-44C3-87E0-33A7C6B8C1AC}">
      <dsp:nvSpPr>
        <dsp:cNvPr id="0" name=""/>
        <dsp:cNvSpPr/>
      </dsp:nvSpPr>
      <dsp:spPr bwMode="auto">
        <a:xfrm rot="5400000">
          <a:off x="3790003" y="1069094"/>
          <a:ext cx="337443" cy="394744"/>
        </a:xfrm>
        <a:prstGeom prst="rightArrow">
          <a:avLst>
            <a:gd name="adj1" fmla="val 60000"/>
            <a:gd name="adj2" fmla="val 50000"/>
          </a:avLst>
        </a:prstGeom>
        <a:gradFill rotWithShape="0">
          <a:gsLst>
            <a:gs pos="0">
              <a:schemeClr val="accent6">
                <a:tint val="60000"/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6">
                <a:tint val="60000"/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6">
                <a:tint val="60000"/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0">
          <a:srgbClr val="000000"/>
        </a:lnRef>
        <a:fillRef idx="3">
          <a:srgbClr val="000000"/>
        </a:fillRef>
        <a:effectRef idx="2">
          <a:srgbClr val="00000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/>
          </a:pPr>
          <a:endParaRPr lang="ru-RU" sz="1400" kern="1200"/>
        </a:p>
      </dsp:txBody>
      <dsp:txXfrm rot="-5400000">
        <a:off x="3840302" y="1097745"/>
        <a:ext cx="236846" cy="236210"/>
      </dsp:txXfrm>
    </dsp:sp>
    <dsp:sp modelId="{59354E04-DCC5-487A-8B9F-426B512F3DC2}">
      <dsp:nvSpPr>
        <dsp:cNvPr id="0" name=""/>
        <dsp:cNvSpPr/>
      </dsp:nvSpPr>
      <dsp:spPr bwMode="auto">
        <a:xfrm>
          <a:off x="3162868" y="1594359"/>
          <a:ext cx="1591712" cy="955027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6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6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6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0">
          <a:srgbClr val="000000"/>
        </a:lnRef>
        <a:fillRef idx="3">
          <a:srgbClr val="000000"/>
        </a:fillRef>
        <a:effectRef idx="2">
          <a:srgbClr val="00000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/>
          </a:pPr>
          <a:r>
            <a:rPr lang="ru-RU" sz="1400" kern="1200"/>
            <a:t>Разработка серверной части приложения</a:t>
          </a:r>
          <a:endParaRPr kern="1200"/>
        </a:p>
      </dsp:txBody>
      <dsp:txXfrm>
        <a:off x="3190840" y="1622331"/>
        <a:ext cx="1535768" cy="899083"/>
      </dsp:txXfrm>
    </dsp:sp>
    <dsp:sp modelId="{DB6B67FF-3B41-473D-8ABB-C9A5F7F052D3}">
      <dsp:nvSpPr>
        <dsp:cNvPr id="0" name=""/>
        <dsp:cNvSpPr/>
      </dsp:nvSpPr>
      <dsp:spPr bwMode="auto">
        <a:xfrm rot="10800000">
          <a:off x="2685354" y="1874501"/>
          <a:ext cx="337443" cy="394744"/>
        </a:xfrm>
        <a:prstGeom prst="rightArrow">
          <a:avLst>
            <a:gd name="adj1" fmla="val 60000"/>
            <a:gd name="adj2" fmla="val 50000"/>
          </a:avLst>
        </a:prstGeom>
        <a:gradFill rotWithShape="0">
          <a:gsLst>
            <a:gs pos="0">
              <a:schemeClr val="accent6">
                <a:tint val="60000"/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6">
                <a:tint val="60000"/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6">
                <a:tint val="60000"/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0">
          <a:srgbClr val="000000"/>
        </a:lnRef>
        <a:fillRef idx="3">
          <a:srgbClr val="000000"/>
        </a:fillRef>
        <a:effectRef idx="2">
          <a:srgbClr val="00000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/>
          </a:pPr>
          <a:endParaRPr lang="ru-RU" sz="1400" kern="1200"/>
        </a:p>
      </dsp:txBody>
      <dsp:txXfrm rot="10800000">
        <a:off x="2786587" y="1953450"/>
        <a:ext cx="236210" cy="236846"/>
      </dsp:txXfrm>
    </dsp:sp>
    <dsp:sp modelId="{AC726EEE-5EB0-4B56-B9E4-EBA2E46192D1}">
      <dsp:nvSpPr>
        <dsp:cNvPr id="0" name=""/>
        <dsp:cNvSpPr/>
      </dsp:nvSpPr>
      <dsp:spPr bwMode="auto">
        <a:xfrm>
          <a:off x="934471" y="1594359"/>
          <a:ext cx="1591712" cy="955027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6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6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6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0">
          <a:srgbClr val="000000"/>
        </a:lnRef>
        <a:fillRef idx="3">
          <a:srgbClr val="000000"/>
        </a:fillRef>
        <a:effectRef idx="2">
          <a:srgbClr val="00000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/>
          </a:pPr>
          <a:r>
            <a:rPr lang="ru-RU" sz="1400" kern="1200" dirty="0"/>
            <a:t>Разработка клиентской части приложения</a:t>
          </a:r>
        </a:p>
      </dsp:txBody>
      <dsp:txXfrm>
        <a:off x="962443" y="1622331"/>
        <a:ext cx="1535768" cy="899083"/>
      </dsp:txXfrm>
    </dsp:sp>
    <dsp:sp modelId="{CEF46543-3C1F-4A41-9B87-EFD2FCB11722}">
      <dsp:nvSpPr>
        <dsp:cNvPr id="0" name=""/>
        <dsp:cNvSpPr/>
      </dsp:nvSpPr>
      <dsp:spPr bwMode="auto">
        <a:xfrm rot="3472275">
          <a:off x="2024890" y="2660932"/>
          <a:ext cx="398627" cy="394744"/>
        </a:xfrm>
        <a:prstGeom prst="rightArrow">
          <a:avLst>
            <a:gd name="adj1" fmla="val 60000"/>
            <a:gd name="adj2" fmla="val 50000"/>
          </a:avLst>
        </a:prstGeom>
        <a:gradFill rotWithShape="0">
          <a:gsLst>
            <a:gs pos="0">
              <a:schemeClr val="accent6">
                <a:tint val="60000"/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6">
                <a:tint val="60000"/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6">
                <a:tint val="60000"/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0">
          <a:srgbClr val="000000"/>
        </a:lnRef>
        <a:fillRef idx="3">
          <a:srgbClr val="000000"/>
        </a:fillRef>
        <a:effectRef idx="2">
          <a:srgbClr val="00000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/>
          </a:pPr>
          <a:endParaRPr lang="ru-RU" sz="1400" kern="1200"/>
        </a:p>
      </dsp:txBody>
      <dsp:txXfrm rot="-5400000">
        <a:off x="2074290" y="2668058"/>
        <a:ext cx="236846" cy="280204"/>
      </dsp:txXfrm>
    </dsp:sp>
    <dsp:sp modelId="{9B45C2AD-9A21-4B74-A5E3-0FFE620BD802}">
      <dsp:nvSpPr>
        <dsp:cNvPr id="0" name=""/>
        <dsp:cNvSpPr/>
      </dsp:nvSpPr>
      <dsp:spPr bwMode="auto">
        <a:xfrm>
          <a:off x="1934225" y="3186329"/>
          <a:ext cx="1591712" cy="955027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6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6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6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0">
          <a:srgbClr val="000000"/>
        </a:lnRef>
        <a:fillRef idx="3">
          <a:srgbClr val="000000"/>
        </a:fillRef>
        <a:effectRef idx="2">
          <a:srgbClr val="00000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/>
          </a:pPr>
          <a:r>
            <a:rPr lang="ru-RU" sz="1400" kern="1200"/>
            <a:t>Тестирование веб приложения</a:t>
          </a:r>
          <a:endParaRPr kern="1200"/>
        </a:p>
      </dsp:txBody>
      <dsp:txXfrm>
        <a:off x="1962197" y="3214301"/>
        <a:ext cx="1535768" cy="899083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504B37A-779E-49D9-94A2-F9B9FCFC543A}">
      <dsp:nvSpPr>
        <dsp:cNvPr id="0" name=""/>
        <dsp:cNvSpPr/>
      </dsp:nvSpPr>
      <dsp:spPr bwMode="auto">
        <a:xfrm>
          <a:off x="168516" y="279093"/>
          <a:ext cx="2109548" cy="659233"/>
        </a:xfrm>
        <a:prstGeom prst="rect">
          <a:avLst/>
        </a:prstGeom>
        <a:solidFill>
          <a:schemeClr val="accent5">
            <a:alpha val="40000"/>
            <a:tint val="40000"/>
            <a:hueOff val="0"/>
            <a:satOff val="0"/>
            <a:lumOff val="0"/>
            <a:alphaOff val="0"/>
          </a:schemeClr>
        </a:solidFill>
        <a:ln w="6350" cap="flat" cmpd="sng" algn="ctr">
          <a:noFill/>
          <a:prstDash val="solid"/>
          <a:miter lim="800000"/>
        </a:ln>
        <a:effectLst/>
      </dsp:spPr>
      <dsp:style>
        <a:lnRef idx="1">
          <a:srgbClr val="000000"/>
        </a:lnRef>
        <a:fillRef idx="1">
          <a:srgbClr val="000000"/>
        </a:fillRef>
        <a:effectRef idx="0">
          <a:srgbClr val="000000"/>
        </a:effectRef>
        <a:fontRef idx="minor"/>
      </dsp:style>
      <dsp:txBody>
        <a:bodyPr spcFirstLastPara="0" vert="horz" wrap="square" lIns="446521" tIns="91440" rIns="91440" bIns="9144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/>
          </a:pPr>
          <a:r>
            <a:rPr lang="ru-RU" sz="2400" kern="1200">
              <a:solidFill>
                <a:schemeClr val="tx2">
                  <a:lumMod val="75000"/>
                </a:schemeClr>
              </a:solidFill>
            </a:rPr>
            <a:t>Интернет</a:t>
          </a:r>
          <a:endParaRPr kern="1200"/>
        </a:p>
      </dsp:txBody>
      <dsp:txXfrm>
        <a:off x="168516" y="279093"/>
        <a:ext cx="2109548" cy="659233"/>
      </dsp:txXfrm>
    </dsp:sp>
    <dsp:sp modelId="{27DA0242-A217-4A81-97DD-EBDAA0DE5ED6}">
      <dsp:nvSpPr>
        <dsp:cNvPr id="0" name=""/>
        <dsp:cNvSpPr/>
      </dsp:nvSpPr>
      <dsp:spPr bwMode="auto">
        <a:xfrm>
          <a:off x="119977" y="183871"/>
          <a:ext cx="461463" cy="692195"/>
        </a:xfrm>
        <a:prstGeom prst="rect">
          <a:avLst/>
        </a:prstGeom>
        <a:blipFill>
          <a:blip xmlns:r="http://schemas.openxmlformats.org/officeDocument/2006/relationships" r:embed="rId1"/>
          <a:srcRect l="11206" r="2585" b="-18698"/>
          <a:stretch/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rgbClr val="000000"/>
        </a:lnRef>
        <a:fillRef idx="1">
          <a:srgbClr val="000000"/>
        </a:fillRef>
        <a:effectRef idx="0">
          <a:srgbClr val="000000"/>
        </a:effectRef>
        <a:fontRef idx="minor"/>
      </dsp:style>
    </dsp:sp>
    <dsp:sp modelId="{EB815F80-2A73-4E25-8651-D7A5C7808406}">
      <dsp:nvSpPr>
        <dsp:cNvPr id="0" name=""/>
        <dsp:cNvSpPr/>
      </dsp:nvSpPr>
      <dsp:spPr bwMode="auto">
        <a:xfrm>
          <a:off x="168516" y="1108995"/>
          <a:ext cx="2109548" cy="659233"/>
        </a:xfrm>
        <a:prstGeom prst="rect">
          <a:avLst/>
        </a:prstGeom>
        <a:solidFill>
          <a:schemeClr val="accent5">
            <a:alpha val="40000"/>
            <a:tint val="40000"/>
            <a:hueOff val="0"/>
            <a:satOff val="0"/>
            <a:lumOff val="0"/>
            <a:alphaOff val="0"/>
          </a:schemeClr>
        </a:solidFill>
        <a:ln w="6350" cap="flat" cmpd="sng" algn="ctr">
          <a:noFill/>
          <a:prstDash val="solid"/>
          <a:miter lim="800000"/>
        </a:ln>
        <a:effectLst/>
      </dsp:spPr>
      <dsp:style>
        <a:lnRef idx="1">
          <a:srgbClr val="000000"/>
        </a:lnRef>
        <a:fillRef idx="1">
          <a:srgbClr val="000000"/>
        </a:fillRef>
        <a:effectRef idx="0">
          <a:srgbClr val="000000"/>
        </a:effectRef>
        <a:fontRef idx="minor"/>
      </dsp:style>
      <dsp:txBody>
        <a:bodyPr spcFirstLastPara="0" vert="horz" wrap="square" lIns="446521" tIns="91440" rIns="91440" bIns="9144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/>
          </a:pPr>
          <a:r>
            <a:rPr lang="ru-RU" sz="2400" kern="1200">
              <a:solidFill>
                <a:schemeClr val="tx2">
                  <a:lumMod val="75000"/>
                </a:schemeClr>
              </a:solidFill>
            </a:rPr>
            <a:t>Знакомые</a:t>
          </a:r>
          <a:endParaRPr kern="1200"/>
        </a:p>
      </dsp:txBody>
      <dsp:txXfrm>
        <a:off x="168516" y="1108995"/>
        <a:ext cx="2109548" cy="659233"/>
      </dsp:txXfrm>
    </dsp:sp>
    <dsp:sp modelId="{6335DE5E-4ADF-4D42-AF37-EFB4732A8F74}">
      <dsp:nvSpPr>
        <dsp:cNvPr id="0" name=""/>
        <dsp:cNvSpPr/>
      </dsp:nvSpPr>
      <dsp:spPr bwMode="auto">
        <a:xfrm>
          <a:off x="133096" y="1013773"/>
          <a:ext cx="461463" cy="692195"/>
        </a:xfrm>
        <a:prstGeom prst="rect">
          <a:avLst/>
        </a:prstGeom>
        <a:blipFill>
          <a:blip xmlns:r="http://schemas.openxmlformats.org/officeDocument/2006/relationships" r:embed="rId2"/>
          <a:srcRect l="15037" r="9774"/>
          <a:stretch/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rgbClr val="000000"/>
        </a:lnRef>
        <a:fillRef idx="1">
          <a:srgbClr val="000000"/>
        </a:fillRef>
        <a:effectRef idx="0">
          <a:srgbClr val="000000"/>
        </a:effectRef>
        <a:fontRef idx="minor"/>
      </dsp:style>
    </dsp:sp>
    <dsp:sp modelId="{00D1A101-A01A-448C-83C0-E397791FC119}">
      <dsp:nvSpPr>
        <dsp:cNvPr id="0" name=""/>
        <dsp:cNvSpPr/>
      </dsp:nvSpPr>
      <dsp:spPr bwMode="auto">
        <a:xfrm>
          <a:off x="168516" y="1938897"/>
          <a:ext cx="2109548" cy="659233"/>
        </a:xfrm>
        <a:prstGeom prst="rect">
          <a:avLst/>
        </a:prstGeom>
        <a:solidFill>
          <a:schemeClr val="accent5">
            <a:alpha val="40000"/>
            <a:tint val="40000"/>
            <a:hueOff val="0"/>
            <a:satOff val="0"/>
            <a:lumOff val="0"/>
            <a:alphaOff val="0"/>
          </a:schemeClr>
        </a:solidFill>
        <a:ln w="6350" cap="flat" cmpd="sng" algn="ctr">
          <a:noFill/>
          <a:prstDash val="solid"/>
          <a:miter lim="800000"/>
        </a:ln>
        <a:effectLst/>
      </dsp:spPr>
      <dsp:style>
        <a:lnRef idx="1">
          <a:srgbClr val="000000"/>
        </a:lnRef>
        <a:fillRef idx="1">
          <a:srgbClr val="000000"/>
        </a:fillRef>
        <a:effectRef idx="0">
          <a:srgbClr val="000000"/>
        </a:effectRef>
        <a:fontRef idx="minor"/>
      </dsp:style>
      <dsp:txBody>
        <a:bodyPr spcFirstLastPara="0" vert="horz" wrap="square" lIns="446521" tIns="91440" rIns="91440" bIns="9144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/>
          </a:pPr>
          <a:r>
            <a:rPr lang="ru-RU" sz="2400" kern="1200">
              <a:solidFill>
                <a:schemeClr val="tx2">
                  <a:lumMod val="75000"/>
                </a:schemeClr>
              </a:solidFill>
            </a:rPr>
            <a:t>Школьная почта</a:t>
          </a:r>
          <a:endParaRPr kern="1200"/>
        </a:p>
      </dsp:txBody>
      <dsp:txXfrm>
        <a:off x="168516" y="1938897"/>
        <a:ext cx="2109548" cy="659233"/>
      </dsp:txXfrm>
    </dsp:sp>
    <dsp:sp modelId="{89C09BB5-7272-4077-A346-AA10719BDD29}">
      <dsp:nvSpPr>
        <dsp:cNvPr id="0" name=""/>
        <dsp:cNvSpPr/>
      </dsp:nvSpPr>
      <dsp:spPr bwMode="auto">
        <a:xfrm>
          <a:off x="110277" y="1790044"/>
          <a:ext cx="461463" cy="692195"/>
        </a:xfrm>
        <a:prstGeom prst="rect">
          <a:avLst/>
        </a:prstGeom>
        <a:blipFill>
          <a:blip xmlns:r="http://schemas.openxmlformats.org/officeDocument/2006/relationships" r:embed="rId3"/>
          <a:srcRect l="3773" t="-8333" r="1885" b="-15909"/>
          <a:stretch/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rgbClr val="000000"/>
        </a:lnRef>
        <a:fillRef idx="1">
          <a:srgbClr val="000000"/>
        </a:fillRef>
        <a:effectRef idx="0">
          <a:srgbClr val="000000"/>
        </a:effectRef>
        <a:fontRef idx="minor"/>
      </dsp:style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504B37A-779E-49D9-94A2-F9B9FCFC543A}">
      <dsp:nvSpPr>
        <dsp:cNvPr id="0" name=""/>
        <dsp:cNvSpPr/>
      </dsp:nvSpPr>
      <dsp:spPr bwMode="auto">
        <a:xfrm>
          <a:off x="374609" y="323405"/>
          <a:ext cx="4481957" cy="1066669"/>
        </a:xfrm>
        <a:prstGeom prst="rect">
          <a:avLst/>
        </a:prstGeom>
        <a:solidFill>
          <a:schemeClr val="accent5">
            <a:alpha val="40000"/>
            <a:tint val="40000"/>
            <a:hueOff val="0"/>
            <a:satOff val="0"/>
            <a:lumOff val="0"/>
            <a:alphaOff val="0"/>
          </a:schemeClr>
        </a:solidFill>
        <a:ln w="6350" cap="flat" cmpd="sng" algn="ctr">
          <a:noFill/>
          <a:prstDash val="solid"/>
          <a:bevel/>
        </a:ln>
        <a:effectLst/>
      </dsp:spPr>
      <dsp:style>
        <a:lnRef idx="1">
          <a:srgbClr val="000000"/>
        </a:lnRef>
        <a:fillRef idx="1">
          <a:srgbClr val="000000"/>
        </a:fillRef>
        <a:effectRef idx="0">
          <a:srgbClr val="000000"/>
        </a:effectRef>
        <a:fontRef idx="minor"/>
      </dsp:style>
      <dsp:txBody>
        <a:bodyPr spcFirstLastPara="0" vert="horz" wrap="square" lIns="722491" tIns="68580" rIns="68580" bIns="6858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/>
          </a:pPr>
          <a:r>
            <a:rPr lang="ru-RU" sz="1800" kern="1200">
              <a:solidFill>
                <a:schemeClr val="tx2">
                  <a:lumMod val="75000"/>
                </a:schemeClr>
              </a:solidFill>
            </a:rPr>
            <a:t>Определение типа слоев,  их кол-ва и кол-ва нейронов в каждом слое</a:t>
          </a:r>
          <a:endParaRPr kern="1200"/>
        </a:p>
      </dsp:txBody>
      <dsp:txXfrm>
        <a:off x="374609" y="323405"/>
        <a:ext cx="4481957" cy="1066669"/>
      </dsp:txXfrm>
    </dsp:sp>
    <dsp:sp modelId="{27DA0242-A217-4A81-97DD-EBDAA0DE5ED6}">
      <dsp:nvSpPr>
        <dsp:cNvPr id="0" name=""/>
        <dsp:cNvSpPr/>
      </dsp:nvSpPr>
      <dsp:spPr bwMode="auto">
        <a:xfrm>
          <a:off x="126993" y="127129"/>
          <a:ext cx="746668" cy="1120002"/>
        </a:xfrm>
        <a:prstGeom prst="rect">
          <a:avLst/>
        </a:prstGeom>
        <a:blipFill>
          <a:blip xmlns:r="http://schemas.openxmlformats.org/officeDocument/2006/relationships" r:embed="rId1"/>
          <a:srcRect l="11206" r="2585" b="-18698"/>
          <a:stretch/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rgbClr val="000000"/>
        </a:lnRef>
        <a:fillRef idx="1">
          <a:srgbClr val="000000"/>
        </a:fillRef>
        <a:effectRef idx="0">
          <a:srgbClr val="000000"/>
        </a:effectRef>
        <a:fontRef idx="minor"/>
      </dsp:style>
    </dsp:sp>
    <dsp:sp modelId="{EB815F80-2A73-4E25-8651-D7A5C7808406}">
      <dsp:nvSpPr>
        <dsp:cNvPr id="0" name=""/>
        <dsp:cNvSpPr/>
      </dsp:nvSpPr>
      <dsp:spPr bwMode="auto">
        <a:xfrm>
          <a:off x="374609" y="1666223"/>
          <a:ext cx="4481957" cy="1066669"/>
        </a:xfrm>
        <a:prstGeom prst="rect">
          <a:avLst/>
        </a:prstGeom>
        <a:solidFill>
          <a:schemeClr val="accent5">
            <a:alpha val="40000"/>
            <a:tint val="40000"/>
            <a:hueOff val="0"/>
            <a:satOff val="0"/>
            <a:lumOff val="0"/>
            <a:alphaOff val="0"/>
          </a:schemeClr>
        </a:solidFill>
        <a:ln w="6350" cap="flat" cmpd="sng" algn="ctr">
          <a:noFill/>
          <a:prstDash val="solid"/>
          <a:miter lim="800000"/>
        </a:ln>
        <a:effectLst/>
      </dsp:spPr>
      <dsp:style>
        <a:lnRef idx="1">
          <a:srgbClr val="000000"/>
        </a:lnRef>
        <a:fillRef idx="1">
          <a:srgbClr val="000000"/>
        </a:fillRef>
        <a:effectRef idx="0">
          <a:srgbClr val="000000"/>
        </a:effectRef>
        <a:fontRef idx="minor"/>
      </dsp:style>
      <dsp:txBody>
        <a:bodyPr spcFirstLastPara="0" vert="horz" wrap="square" lIns="722491" tIns="68580" rIns="68580" bIns="6858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/>
          </a:pPr>
          <a:r>
            <a:rPr lang="ru-RU" sz="1800" kern="1200">
              <a:solidFill>
                <a:schemeClr val="tx2">
                  <a:lumMod val="75000"/>
                </a:schemeClr>
              </a:solidFill>
            </a:rPr>
            <a:t>Выбор функции активации</a:t>
          </a:r>
          <a:endParaRPr kern="1200"/>
        </a:p>
      </dsp:txBody>
      <dsp:txXfrm>
        <a:off x="374609" y="1666223"/>
        <a:ext cx="4481957" cy="1066669"/>
      </dsp:txXfrm>
    </dsp:sp>
    <dsp:sp modelId="{6335DE5E-4ADF-4D42-AF37-EFB4732A8F74}">
      <dsp:nvSpPr>
        <dsp:cNvPr id="0" name=""/>
        <dsp:cNvSpPr/>
      </dsp:nvSpPr>
      <dsp:spPr bwMode="auto">
        <a:xfrm>
          <a:off x="148221" y="1177480"/>
          <a:ext cx="746668" cy="1120002"/>
        </a:xfrm>
        <a:prstGeom prst="rect">
          <a:avLst/>
        </a:prstGeom>
        <a:blipFill>
          <a:blip xmlns:r="http://schemas.openxmlformats.org/officeDocument/2006/relationships" r:embed="rId2"/>
          <a:srcRect l="11403" t="-10714" r="876"/>
          <a:stretch/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rgbClr val="000000"/>
        </a:lnRef>
        <a:fillRef idx="1">
          <a:srgbClr val="000000"/>
        </a:fillRef>
        <a:effectRef idx="0">
          <a:srgbClr val="000000"/>
        </a:effectRef>
        <a:fontRef idx="minor"/>
      </dsp:style>
    </dsp:sp>
    <dsp:sp modelId="{00D1A101-A01A-448C-83C0-E397791FC119}">
      <dsp:nvSpPr>
        <dsp:cNvPr id="0" name=""/>
        <dsp:cNvSpPr/>
      </dsp:nvSpPr>
      <dsp:spPr bwMode="auto">
        <a:xfrm>
          <a:off x="374609" y="3009042"/>
          <a:ext cx="4481957" cy="1066669"/>
        </a:xfrm>
        <a:prstGeom prst="rect">
          <a:avLst/>
        </a:prstGeom>
        <a:solidFill>
          <a:schemeClr val="accent5">
            <a:alpha val="40000"/>
            <a:tint val="40000"/>
            <a:hueOff val="0"/>
            <a:satOff val="0"/>
            <a:lumOff val="0"/>
            <a:alphaOff val="0"/>
          </a:schemeClr>
        </a:solidFill>
        <a:ln w="6350" cap="flat" cmpd="sng" algn="ctr">
          <a:noFill/>
          <a:prstDash val="solid"/>
          <a:miter lim="800000"/>
        </a:ln>
        <a:effectLst/>
      </dsp:spPr>
      <dsp:style>
        <a:lnRef idx="1">
          <a:srgbClr val="000000"/>
        </a:lnRef>
        <a:fillRef idx="1">
          <a:srgbClr val="000000"/>
        </a:fillRef>
        <a:effectRef idx="0">
          <a:srgbClr val="000000"/>
        </a:effectRef>
        <a:fontRef idx="minor"/>
      </dsp:style>
      <dsp:txBody>
        <a:bodyPr spcFirstLastPara="0" vert="horz" wrap="square" lIns="722491" tIns="68580" rIns="68580" bIns="6858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/>
          </a:pPr>
          <a:r>
            <a:rPr lang="ru-RU" sz="1800" kern="1200">
              <a:solidFill>
                <a:schemeClr val="tx2">
                  <a:lumMod val="75000"/>
                </a:schemeClr>
              </a:solidFill>
            </a:rPr>
            <a:t>Определение вспомогательных слоев</a:t>
          </a:r>
          <a:endParaRPr kern="1200"/>
        </a:p>
      </dsp:txBody>
      <dsp:txXfrm>
        <a:off x="374609" y="3009042"/>
        <a:ext cx="4481957" cy="1066669"/>
      </dsp:txXfrm>
    </dsp:sp>
    <dsp:sp modelId="{89C09BB5-7272-4077-A346-AA10719BDD29}">
      <dsp:nvSpPr>
        <dsp:cNvPr id="0" name=""/>
        <dsp:cNvSpPr/>
      </dsp:nvSpPr>
      <dsp:spPr bwMode="auto">
        <a:xfrm>
          <a:off x="111298" y="2725988"/>
          <a:ext cx="746668" cy="1120002"/>
        </a:xfrm>
        <a:prstGeom prst="rect">
          <a:avLst/>
        </a:prstGeom>
        <a:blipFill>
          <a:blip xmlns:r="http://schemas.openxmlformats.org/officeDocument/2006/relationships" r:embed="rId3"/>
          <a:srcRect l="3773" t="-8333" r="1885" b="-15909"/>
          <a:stretch/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rgbClr val="000000"/>
        </a:lnRef>
        <a:fillRef idx="1">
          <a:srgbClr val="000000"/>
        </a:fillRef>
        <a:effectRef idx="0">
          <a:srgbClr val="000000"/>
        </a:effectRef>
        <a:fontRef idx="minor"/>
      </dsp:style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rocess5">
  <dgm:title val=""/>
  <dgm:desc val=""/>
  <dgm:catLst>
    <dgm:cat type="process" pri="17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revDir"/>
          <dgm:param type="bkpt" val="endCnv"/>
        </dgm:alg>
      </dgm:if>
      <dgm:else name="Name2">
        <dgm:alg type="snake">
          <dgm:param type="grDir" val="tR"/>
          <dgm:param type="flowDir" val="row"/>
          <dgm:param type="contDir" val="revDir"/>
          <dgm:param type="bkpt" val="endCnv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w" for="ch" forName="sibTrans" refType="w" refFor="ch" refPtType="node" op="equ" fact="0.4"/>
      <dgm:constr type="sp" refType="w" refFor="ch" refForName="sibTrans" op="equ"/>
      <dgm:constr type="primFontSz" for="ch" ptType="node" op="equ" val="65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5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</dgm:constrLst>
          <dgm:ruleLst/>
          <dgm:layoutNode name="connectorText">
            <dgm:alg type="tx">
              <dgm:param type="autoTxRot" val="upr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process5">
  <dgm:title val=""/>
  <dgm:desc val=""/>
  <dgm:catLst>
    <dgm:cat type="process" pri="17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revDir"/>
          <dgm:param type="bkpt" val="endCnv"/>
        </dgm:alg>
      </dgm:if>
      <dgm:else name="Name2">
        <dgm:alg type="snake">
          <dgm:param type="grDir" val="tR"/>
          <dgm:param type="flowDir" val="row"/>
          <dgm:param type="contDir" val="revDir"/>
          <dgm:param type="bkpt" val="endCnv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w" for="ch" forName="sibTrans" refType="w" refFor="ch" refPtType="node" op="equ" fact="0.4"/>
      <dgm:constr type="sp" refType="w" refFor="ch" refForName="sibTrans" op="equ"/>
      <dgm:constr type="primFontSz" for="ch" ptType="node" op="equ" val="65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5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</dgm:constrLst>
          <dgm:ruleLst/>
          <dgm:layoutNode name="connectorText">
            <dgm:alg type="tx">
              <dgm:param type="autoTxRot" val="upr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8/layout/PictureStrips">
  <dgm:title val=""/>
  <dgm:desc val=""/>
  <dgm:catLst>
    <dgm:cat type="list" pri="12500"/>
    <dgm:cat type="picture" pri="13000"/>
    <dgm:cat type="pictureconvert" pri="13000"/>
  </dgm:catLst>
  <dgm:sampData>
    <dgm:dataModel>
      <dgm:ptLst>
        <dgm:pt modelId="0" type="doc"/>
        <dgm:pt modelId="10">
          <dgm:prSet phldr="1"/>
        </dgm:pt>
        <dgm:pt modelId="20">
          <dgm:prSet phldr="1"/>
        </dgm:pt>
        <dgm:pt modelId="30">
          <dgm:prSet phldr="1"/>
        </dgm:pt>
      </dgm:ptLst>
      <dgm:cxnLst>
        <dgm:cxn modelId="40" srcId="0" destId="10" srcOrd="0" destOrd="0"/>
        <dgm:cxn modelId="50" srcId="0" destId="20" srcOrd="1" destOrd="0"/>
        <dgm:cxn modelId="60" srcId="0" destId="30" srcOrd="2" destOrd="0"/>
      </dgm:cxnLst>
      <dgm:bg/>
      <dgm:whole/>
    </dgm:dataModel>
  </dgm:sampData>
  <dgm:styleData>
    <dgm:dataModel>
      <dgm:ptLst>
        <dgm:pt modelId="0" type="doc"/>
        <dgm:pt modelId="10">
          <dgm:prSet phldr="1"/>
        </dgm:pt>
        <dgm:pt modelId="20">
          <dgm:prSet phldr="1"/>
        </dgm:pt>
      </dgm:ptLst>
      <dgm:cxnLst>
        <dgm:cxn modelId="40" srcId="0" destId="10" srcOrd="0" destOrd="0"/>
        <dgm:cxn modelId="50" srcId="0" destId="20" srcOrd="1" destOrd="0"/>
      </dgm:cxnLst>
      <dgm:bg/>
      <dgm:whole/>
    </dgm:dataModel>
  </dgm:styleData>
  <dgm:clrData>
    <dgm:dataModel>
      <dgm:ptLst>
        <dgm:pt modelId="0" type="doc"/>
        <dgm:pt modelId="10">
          <dgm:prSet phldr="1"/>
        </dgm:pt>
        <dgm:pt modelId="20">
          <dgm:prSet phldr="1"/>
        </dgm:pt>
        <dgm:pt modelId="30">
          <dgm:prSet phldr="1"/>
        </dgm:pt>
        <dgm:pt modelId="40">
          <dgm:prSet phldr="1"/>
        </dgm:pt>
      </dgm:ptLst>
      <dgm:cxnLst>
        <dgm:cxn modelId="40" srcId="0" destId="10" srcOrd="0" destOrd="0"/>
        <dgm:cxn modelId="50" srcId="0" destId="20" srcOrd="1" destOrd="0"/>
        <dgm:cxn modelId="60" srcId="0" destId="30" srcOrd="2" destOrd="0"/>
        <dgm:cxn modelId="70" srcId="0" destId="40" srcOrd="2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snake">
          <dgm:param type="off" val="ctr"/>
        </dgm:alg>
      </dgm:if>
      <dgm:else name="Name3">
        <dgm:alg type="snake">
          <dgm:param type="off" val="ctr"/>
          <dgm:param type="grDir" val="tR"/>
        </dgm:alg>
      </dgm:else>
    </dgm:choose>
    <dgm:shape xmlns:r="http://schemas.openxmlformats.org/officeDocument/2006/relationships" r:blip="">
      <dgm:adjLst/>
    </dgm:shape>
    <dgm:constrLst>
      <dgm:constr type="primFontSz" for="des" ptType="node" op="equ" val="65"/>
      <dgm:constr type="w" for="ch" forName="composite" refType="w"/>
      <dgm:constr type="h" for="ch" forName="composite" refType="h"/>
      <dgm:constr type="sp" refType="h" refFor="ch" refForName="composite" op="equ" fact="0.1"/>
      <dgm:constr type="h" for="ch" forName="sibTrans" refType="h" refFor="ch" refForName="composite" op="equ" fact="0.1"/>
      <dgm:constr type="w" for="ch" forName="sibTrans" refType="h" refFor="ch" refForName="sibTrans" op="equ"/>
    </dgm:constrLst>
    <dgm:forEach name="nodesForEach" axis="ch" ptType="node">
      <dgm:layoutNode name="composite">
        <dgm:alg type="composite">
          <dgm:param type="ar" val="3"/>
        </dgm:alg>
        <dgm:shape xmlns:r="http://schemas.openxmlformats.org/officeDocument/2006/relationships" r:blip="">
          <dgm:adjLst/>
        </dgm:shape>
        <dgm:choose name="Name4">
          <dgm:if name="Name5" func="var" arg="dir" op="equ" val="norm">
            <dgm:constrLst>
              <dgm:constr type="l" for="ch" forName="rect1" refType="w" fact="0.04"/>
              <dgm:constr type="t" for="ch" forName="rect1" refType="h" fact="0.13"/>
              <dgm:constr type="w" for="ch" forName="rect1" refType="w" fact="0.96"/>
              <dgm:constr type="h" for="ch" forName="rect1" refType="h" fact="0.9"/>
              <dgm:constr type="l" for="ch" forName="rect2" refType="w" fact="0"/>
              <dgm:constr type="t" for="ch" forName="rect2" refType="h" fact="0"/>
              <dgm:constr type="w" for="ch" forName="rect2" refType="w" fact="0.21"/>
              <dgm:constr type="h" for="ch" forName="rect2" refType="w" fact="0.315"/>
            </dgm:constrLst>
          </dgm:if>
          <dgm:else name="Name6">
            <dgm:constrLst>
              <dgm:constr type="l" for="ch" forName="rect1" refType="w" fact="0"/>
              <dgm:constr type="t" for="ch" forName="rect1" refType="h" fact="0.13"/>
              <dgm:constr type="w" for="ch" forName="rect1" refType="w" fact="0.96"/>
              <dgm:constr type="h" for="ch" forName="rect1" refType="h" fact="0.9"/>
              <dgm:constr type="l" for="ch" forName="rect2" refType="w" fact="0.79"/>
              <dgm:constr type="t" for="ch" forName="rect2" refType="h" fact="0"/>
              <dgm:constr type="w" for="ch" forName="rect2" refType="w" fact="0.21"/>
              <dgm:constr type="h" for="ch" forName="rect2" refType="w" fact="0.315"/>
            </dgm:constrLst>
          </dgm:else>
        </dgm:choose>
        <dgm:layoutNode name="rect1" styleLbl="trAlignAcc1">
          <dgm:varLst>
            <dgm:bulletEnabled val="1"/>
          </dgm:varLst>
          <dgm:alg type="tx">
            <dgm:param type="parTxLTRAlign" val="l"/>
          </dgm:alg>
          <dgm:shape xmlns:r="http://schemas.openxmlformats.org/officeDocument/2006/relationships" type="rect" r:blip="">
            <dgm:adjLst/>
          </dgm:shape>
          <dgm:presOf axis="desOrSelf" ptType="node"/>
          <dgm:choose name="Name7">
            <dgm:if name="Name8" func="var" arg="dir" op="equ" val="norm">
              <dgm:constrLst>
                <dgm:constr type="lMarg" refType="w" fact="0.6"/>
                <dgm:constr type="rMarg" refType="primFontSz" fact="0.3"/>
                <dgm:constr type="tMarg" refType="primFontSz" fact="0.3"/>
                <dgm:constr type="bMarg" refType="primFontSz" fact="0.3"/>
              </dgm:constrLst>
            </dgm:if>
            <dgm:else name="Name9">
              <dgm:constrLst>
                <dgm:constr type="lMarg" refType="primFontSz" fact="0.3"/>
                <dgm:constr type="rMarg" refType="w" fact="0.6"/>
                <dgm:constr type="tMarg" refType="primFontSz" fact="0.3"/>
                <dgm:constr type="bMarg" refType="primFontSz" fact="0.3"/>
              </dgm:constrLst>
            </dgm:else>
          </dgm:choose>
          <dgm:ruleLst>
            <dgm:rule type="primFontSz" val="5" fact="NaN" max="NaN"/>
          </dgm:ruleLst>
        </dgm:layoutNode>
        <dgm:layoutNode name="rect2" styleLbl="fgImgPlace1">
          <dgm:alg type="sp"/>
          <dgm:shape xmlns:r="http://schemas.openxmlformats.org/officeDocument/2006/relationships" type="rect" r:blip="" blipPhldr="1">
            <dgm:adjLst/>
          </dgm:shape>
          <dgm:presOf/>
        </dgm:layoutNode>
      </dgm:layoutNode>
      <dgm:forEach name="sibTransForEach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8/layout/PictureStrips">
  <dgm:title val=""/>
  <dgm:desc val=""/>
  <dgm:catLst>
    <dgm:cat type="list" pri="12500"/>
    <dgm:cat type="picture" pri="13000"/>
    <dgm:cat type="pictureconvert" pri="13000"/>
  </dgm:catLst>
  <dgm:sampData>
    <dgm:dataModel>
      <dgm:ptLst>
        <dgm:pt modelId="0" type="doc"/>
        <dgm:pt modelId="10">
          <dgm:prSet phldr="1"/>
        </dgm:pt>
        <dgm:pt modelId="20">
          <dgm:prSet phldr="1"/>
        </dgm:pt>
        <dgm:pt modelId="30">
          <dgm:prSet phldr="1"/>
        </dgm:pt>
      </dgm:ptLst>
      <dgm:cxnLst>
        <dgm:cxn modelId="40" srcId="0" destId="10" srcOrd="0" destOrd="0"/>
        <dgm:cxn modelId="50" srcId="0" destId="20" srcOrd="1" destOrd="0"/>
        <dgm:cxn modelId="60" srcId="0" destId="30" srcOrd="2" destOrd="0"/>
      </dgm:cxnLst>
      <dgm:bg/>
      <dgm:whole/>
    </dgm:dataModel>
  </dgm:sampData>
  <dgm:styleData>
    <dgm:dataModel>
      <dgm:ptLst>
        <dgm:pt modelId="0" type="doc"/>
        <dgm:pt modelId="10">
          <dgm:prSet phldr="1"/>
        </dgm:pt>
        <dgm:pt modelId="20">
          <dgm:prSet phldr="1"/>
        </dgm:pt>
      </dgm:ptLst>
      <dgm:cxnLst>
        <dgm:cxn modelId="40" srcId="0" destId="10" srcOrd="0" destOrd="0"/>
        <dgm:cxn modelId="50" srcId="0" destId="20" srcOrd="1" destOrd="0"/>
      </dgm:cxnLst>
      <dgm:bg/>
      <dgm:whole/>
    </dgm:dataModel>
  </dgm:styleData>
  <dgm:clrData>
    <dgm:dataModel>
      <dgm:ptLst>
        <dgm:pt modelId="0" type="doc"/>
        <dgm:pt modelId="10">
          <dgm:prSet phldr="1"/>
        </dgm:pt>
        <dgm:pt modelId="20">
          <dgm:prSet phldr="1"/>
        </dgm:pt>
        <dgm:pt modelId="30">
          <dgm:prSet phldr="1"/>
        </dgm:pt>
        <dgm:pt modelId="40">
          <dgm:prSet phldr="1"/>
        </dgm:pt>
      </dgm:ptLst>
      <dgm:cxnLst>
        <dgm:cxn modelId="40" srcId="0" destId="10" srcOrd="0" destOrd="0"/>
        <dgm:cxn modelId="50" srcId="0" destId="20" srcOrd="1" destOrd="0"/>
        <dgm:cxn modelId="60" srcId="0" destId="30" srcOrd="2" destOrd="0"/>
        <dgm:cxn modelId="70" srcId="0" destId="40" srcOrd="2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snake">
          <dgm:param type="off" val="ctr"/>
        </dgm:alg>
      </dgm:if>
      <dgm:else name="Name3">
        <dgm:alg type="snake">
          <dgm:param type="off" val="ctr"/>
          <dgm:param type="grDir" val="tR"/>
        </dgm:alg>
      </dgm:else>
    </dgm:choose>
    <dgm:shape xmlns:r="http://schemas.openxmlformats.org/officeDocument/2006/relationships" r:blip="">
      <dgm:adjLst/>
    </dgm:shape>
    <dgm:constrLst>
      <dgm:constr type="primFontSz" for="des" ptType="node" op="equ" val="65"/>
      <dgm:constr type="w" for="ch" forName="composite" refType="w"/>
      <dgm:constr type="h" for="ch" forName="composite" refType="h"/>
      <dgm:constr type="sp" refType="h" refFor="ch" refForName="composite" op="equ" fact="0.1"/>
      <dgm:constr type="h" for="ch" forName="sibTrans" refType="h" refFor="ch" refForName="composite" op="equ" fact="0.1"/>
      <dgm:constr type="w" for="ch" forName="sibTrans" refType="h" refFor="ch" refForName="sibTrans" op="equ"/>
    </dgm:constrLst>
    <dgm:forEach name="nodesForEach" axis="ch" ptType="node">
      <dgm:layoutNode name="composite">
        <dgm:alg type="composite">
          <dgm:param type="ar" val="3"/>
        </dgm:alg>
        <dgm:shape xmlns:r="http://schemas.openxmlformats.org/officeDocument/2006/relationships" r:blip="">
          <dgm:adjLst/>
        </dgm:shape>
        <dgm:choose name="Name4">
          <dgm:if name="Name5" func="var" arg="dir" op="equ" val="norm">
            <dgm:constrLst>
              <dgm:constr type="l" for="ch" forName="rect1" refType="w" fact="0.04"/>
              <dgm:constr type="t" for="ch" forName="rect1" refType="h" fact="0.13"/>
              <dgm:constr type="w" for="ch" forName="rect1" refType="w" fact="0.96"/>
              <dgm:constr type="h" for="ch" forName="rect1" refType="h" fact="0.9"/>
              <dgm:constr type="l" for="ch" forName="rect2" refType="w" fact="0"/>
              <dgm:constr type="t" for="ch" forName="rect2" refType="h" fact="0"/>
              <dgm:constr type="w" for="ch" forName="rect2" refType="w" fact="0.21"/>
              <dgm:constr type="h" for="ch" forName="rect2" refType="w" fact="0.315"/>
            </dgm:constrLst>
          </dgm:if>
          <dgm:else name="Name6">
            <dgm:constrLst>
              <dgm:constr type="l" for="ch" forName="rect1" refType="w" fact="0"/>
              <dgm:constr type="t" for="ch" forName="rect1" refType="h" fact="0.13"/>
              <dgm:constr type="w" for="ch" forName="rect1" refType="w" fact="0.96"/>
              <dgm:constr type="h" for="ch" forName="rect1" refType="h" fact="0.9"/>
              <dgm:constr type="l" for="ch" forName="rect2" refType="w" fact="0.79"/>
              <dgm:constr type="t" for="ch" forName="rect2" refType="h" fact="0"/>
              <dgm:constr type="w" for="ch" forName="rect2" refType="w" fact="0.21"/>
              <dgm:constr type="h" for="ch" forName="rect2" refType="w" fact="0.315"/>
            </dgm:constrLst>
          </dgm:else>
        </dgm:choose>
        <dgm:layoutNode name="rect1" styleLbl="trAlignAcc1">
          <dgm:varLst>
            <dgm:bulletEnabled val="1"/>
          </dgm:varLst>
          <dgm:alg type="tx">
            <dgm:param type="parTxLTRAlign" val="l"/>
          </dgm:alg>
          <dgm:shape xmlns:r="http://schemas.openxmlformats.org/officeDocument/2006/relationships" type="rect" r:blip="">
            <dgm:adjLst/>
          </dgm:shape>
          <dgm:presOf axis="desOrSelf" ptType="node"/>
          <dgm:choose name="Name7">
            <dgm:if name="Name8" func="var" arg="dir" op="equ" val="norm">
              <dgm:constrLst>
                <dgm:constr type="lMarg" refType="w" fact="0.6"/>
                <dgm:constr type="rMarg" refType="primFontSz" fact="0.3"/>
                <dgm:constr type="tMarg" refType="primFontSz" fact="0.3"/>
                <dgm:constr type="bMarg" refType="primFontSz" fact="0.3"/>
              </dgm:constrLst>
            </dgm:if>
            <dgm:else name="Name9">
              <dgm:constrLst>
                <dgm:constr type="lMarg" refType="primFontSz" fact="0.3"/>
                <dgm:constr type="rMarg" refType="w" fact="0.6"/>
                <dgm:constr type="tMarg" refType="primFontSz" fact="0.3"/>
                <dgm:constr type="bMarg" refType="primFontSz" fact="0.3"/>
              </dgm:constrLst>
            </dgm:else>
          </dgm:choose>
          <dgm:ruleLst>
            <dgm:rule type="primFontSz" val="5" fact="NaN" max="NaN"/>
          </dgm:ruleLst>
        </dgm:layoutNode>
        <dgm:layoutNode name="rect2" styleLbl="fgImgPlace1">
          <dgm:alg type="sp"/>
          <dgm:shape xmlns:r="http://schemas.openxmlformats.org/officeDocument/2006/relationships" type="rect" r:blip="" blipPhldr="1">
            <dgm:adjLst/>
          </dgm:shape>
          <dgm:presOf/>
        </dgm:layoutNode>
      </dgm:layoutNode>
      <dgm:forEach name="sibTransForEach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4#1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rgbClr val="000000"/>
      </a:lnRef>
      <a:fillRef idx="3">
        <a:srgbClr val="000000"/>
      </a:fillRef>
      <a:effectRef idx="2">
        <a:srgbClr val="00000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rgbClr val="000000"/>
      </a:lnRef>
      <a:fillRef idx="3">
        <a:srgbClr val="000000"/>
      </a:fillRef>
      <a:effectRef idx="2">
        <a:srgbClr val="00000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rgbClr val="000000"/>
      </a:lnRef>
      <a:fillRef idx="3">
        <a:srgbClr val="000000"/>
      </a:fillRef>
      <a:effectRef idx="0">
        <a:srgbClr val="00000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rgbClr val="000000"/>
      </a:lnRef>
      <a:fillRef idx="3">
        <a:srgbClr val="000000"/>
      </a:fillRef>
      <a:effectRef idx="2">
        <a:srgbClr val="00000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rgbClr val="000000"/>
      </a:lnRef>
      <a:fillRef idx="3">
        <a:srgbClr val="000000"/>
      </a:fillRef>
      <a:effectRef idx="2">
        <a:srgbClr val="00000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rgbClr val="000000"/>
      </a:lnRef>
      <a:fillRef idx="3">
        <a:srgbClr val="000000"/>
      </a:fillRef>
      <a:effectRef idx="2">
        <a:srgbClr val="00000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rgbClr val="000000"/>
      </a:lnRef>
      <a:fillRef idx="3">
        <a:srgbClr val="000000"/>
      </a:fillRef>
      <a:effectRef idx="2">
        <a:srgbClr val="00000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rgbClr val="000000"/>
      </a:lnRef>
      <a:fillRef idx="3">
        <a:srgbClr val="000000"/>
      </a:fillRef>
      <a:effectRef idx="2">
        <a:srgbClr val="00000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rgbClr val="000000"/>
      </a:lnRef>
      <a:fillRef idx="1">
        <a:srgbClr val="000000"/>
      </a:fillRef>
      <a:effectRef idx="2">
        <a:srgbClr val="00000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rgbClr val="000000"/>
      </a:lnRef>
      <a:fillRef idx="1">
        <a:srgbClr val="000000"/>
      </a:fillRef>
      <a:effectRef idx="2">
        <a:srgbClr val="00000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rgbClr val="000000"/>
      </a:lnRef>
      <a:fillRef idx="1">
        <a:srgbClr val="000000"/>
      </a:fillRef>
      <a:effectRef idx="2">
        <a:srgbClr val="00000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rgbClr val="000000"/>
      </a:lnRef>
      <a:fillRef idx="3">
        <a:srgbClr val="000000"/>
      </a:fillRef>
      <a:effectRef idx="2">
        <a:srgbClr val="00000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rgbClr val="000000"/>
      </a:lnRef>
      <a:fillRef idx="3">
        <a:srgbClr val="000000"/>
      </a:fillRef>
      <a:effectRef idx="2">
        <a:srgbClr val="00000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rgbClr val="000000"/>
      </a:lnRef>
      <a:fillRef idx="3">
        <a:srgbClr val="000000"/>
      </a:fillRef>
      <a:effectRef idx="2">
        <a:srgbClr val="00000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rgbClr val="000000"/>
      </a:lnRef>
      <a:fillRef idx="0">
        <a:srgbClr val="000000"/>
      </a:fillRef>
      <a:effectRef idx="0">
        <a:srgbClr val="00000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rgbClr val="000000"/>
      </a:lnRef>
      <a:fillRef idx="1">
        <a:srgbClr val="000000"/>
      </a:fillRef>
      <a:effectRef idx="1">
        <a:srgbClr val="00000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rgbClr val="000000"/>
      </a:lnRef>
      <a:fillRef idx="3">
        <a:srgbClr val="000000"/>
      </a:fillRef>
      <a:effectRef idx="2">
        <a:srgbClr val="00000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rgbClr val="000000"/>
      </a:lnRef>
      <a:fillRef idx="3">
        <a:srgbClr val="000000"/>
      </a:fillRef>
      <a:effectRef idx="2">
        <a:srgbClr val="00000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rgbClr val="000000"/>
      </a:lnRef>
      <a:fillRef idx="3">
        <a:srgbClr val="000000"/>
      </a:fillRef>
      <a:effectRef idx="2">
        <a:srgbClr val="00000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rgbClr val="000000"/>
      </a:lnRef>
      <a:fillRef idx="3">
        <a:srgbClr val="000000"/>
      </a:fillRef>
      <a:effectRef idx="2">
        <a:srgbClr val="00000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rgbClr val="000000"/>
      </a:lnRef>
      <a:fillRef idx="3">
        <a:srgbClr val="000000"/>
      </a:fillRef>
      <a:effectRef idx="2">
        <a:srgbClr val="00000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rgbClr val="000000"/>
      </a:lnRef>
      <a:fillRef idx="3">
        <a:srgbClr val="000000"/>
      </a:fillRef>
      <a:effectRef idx="2">
        <a:srgbClr val="00000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rgbClr val="000000"/>
      </a:lnRef>
      <a:fillRef idx="3">
        <a:srgbClr val="000000"/>
      </a:fillRef>
      <a:effectRef idx="2">
        <a:srgbClr val="00000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rgbClr val="000000"/>
      </a:lnRef>
      <a:fillRef idx="3">
        <a:srgbClr val="000000"/>
      </a:fillRef>
      <a:effectRef idx="2">
        <a:srgbClr val="00000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rgbClr val="000000"/>
      </a:lnRef>
      <a:fillRef idx="3">
        <a:srgbClr val="000000"/>
      </a:fillRef>
      <a:effectRef idx="2">
        <a:srgbClr val="00000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rgbClr val="000000"/>
      </a:lnRef>
      <a:fillRef idx="0">
        <a:srgbClr val="000000"/>
      </a:fillRef>
      <a:effectRef idx="0">
        <a:srgbClr val="00000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rgbClr val="000000"/>
      </a:lnRef>
      <a:fillRef idx="0">
        <a:srgbClr val="000000"/>
      </a:fillRef>
      <a:effectRef idx="0">
        <a:srgbClr val="00000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rgbClr val="000000"/>
      </a:lnRef>
      <a:fillRef idx="0">
        <a:srgbClr val="000000"/>
      </a:fillRef>
      <a:effectRef idx="0">
        <a:srgbClr val="00000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rgbClr val="000000"/>
      </a:lnRef>
      <a:fillRef idx="0">
        <a:srgbClr val="000000"/>
      </a:fillRef>
      <a:effectRef idx="0">
        <a:srgbClr val="00000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rgbClr val="000000"/>
      </a:lnRef>
      <a:fillRef idx="1">
        <a:srgbClr val="000000"/>
      </a:fillRef>
      <a:effectRef idx="2">
        <a:srgbClr val="00000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rgbClr val="000000"/>
      </a:lnRef>
      <a:fillRef idx="1">
        <a:srgbClr val="000000"/>
      </a:fillRef>
      <a:effectRef idx="2">
        <a:srgbClr val="00000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rgbClr val="000000"/>
      </a:lnRef>
      <a:fillRef idx="3">
        <a:srgbClr val="000000"/>
      </a:fillRef>
      <a:effectRef idx="2">
        <a:srgbClr val="00000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rgbClr val="000000"/>
      </a:lnRef>
      <a:fillRef idx="0">
        <a:srgbClr val="000000"/>
      </a:fillRef>
      <a:effectRef idx="0">
        <a:srgbClr val="00000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4#2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rgbClr val="000000"/>
      </a:lnRef>
      <a:fillRef idx="3">
        <a:srgbClr val="000000"/>
      </a:fillRef>
      <a:effectRef idx="2">
        <a:srgbClr val="00000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rgbClr val="000000"/>
      </a:lnRef>
      <a:fillRef idx="3">
        <a:srgbClr val="000000"/>
      </a:fillRef>
      <a:effectRef idx="2">
        <a:srgbClr val="00000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rgbClr val="000000"/>
      </a:lnRef>
      <a:fillRef idx="3">
        <a:srgbClr val="000000"/>
      </a:fillRef>
      <a:effectRef idx="0">
        <a:srgbClr val="00000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rgbClr val="000000"/>
      </a:lnRef>
      <a:fillRef idx="3">
        <a:srgbClr val="000000"/>
      </a:fillRef>
      <a:effectRef idx="2">
        <a:srgbClr val="00000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rgbClr val="000000"/>
      </a:lnRef>
      <a:fillRef idx="3">
        <a:srgbClr val="000000"/>
      </a:fillRef>
      <a:effectRef idx="2">
        <a:srgbClr val="00000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rgbClr val="000000"/>
      </a:lnRef>
      <a:fillRef idx="3">
        <a:srgbClr val="000000"/>
      </a:fillRef>
      <a:effectRef idx="2">
        <a:srgbClr val="00000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rgbClr val="000000"/>
      </a:lnRef>
      <a:fillRef idx="3">
        <a:srgbClr val="000000"/>
      </a:fillRef>
      <a:effectRef idx="2">
        <a:srgbClr val="00000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rgbClr val="000000"/>
      </a:lnRef>
      <a:fillRef idx="3">
        <a:srgbClr val="000000"/>
      </a:fillRef>
      <a:effectRef idx="2">
        <a:srgbClr val="00000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rgbClr val="000000"/>
      </a:lnRef>
      <a:fillRef idx="1">
        <a:srgbClr val="000000"/>
      </a:fillRef>
      <a:effectRef idx="2">
        <a:srgbClr val="00000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rgbClr val="000000"/>
      </a:lnRef>
      <a:fillRef idx="1">
        <a:srgbClr val="000000"/>
      </a:fillRef>
      <a:effectRef idx="2">
        <a:srgbClr val="00000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rgbClr val="000000"/>
      </a:lnRef>
      <a:fillRef idx="1">
        <a:srgbClr val="000000"/>
      </a:fillRef>
      <a:effectRef idx="2">
        <a:srgbClr val="00000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rgbClr val="000000"/>
      </a:lnRef>
      <a:fillRef idx="3">
        <a:srgbClr val="000000"/>
      </a:fillRef>
      <a:effectRef idx="2">
        <a:srgbClr val="00000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rgbClr val="000000"/>
      </a:lnRef>
      <a:fillRef idx="3">
        <a:srgbClr val="000000"/>
      </a:fillRef>
      <a:effectRef idx="2">
        <a:srgbClr val="00000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rgbClr val="000000"/>
      </a:lnRef>
      <a:fillRef idx="3">
        <a:srgbClr val="000000"/>
      </a:fillRef>
      <a:effectRef idx="2">
        <a:srgbClr val="00000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rgbClr val="000000"/>
      </a:lnRef>
      <a:fillRef idx="0">
        <a:srgbClr val="000000"/>
      </a:fillRef>
      <a:effectRef idx="0">
        <a:srgbClr val="00000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rgbClr val="000000"/>
      </a:lnRef>
      <a:fillRef idx="1">
        <a:srgbClr val="000000"/>
      </a:fillRef>
      <a:effectRef idx="1">
        <a:srgbClr val="00000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rgbClr val="000000"/>
      </a:lnRef>
      <a:fillRef idx="3">
        <a:srgbClr val="000000"/>
      </a:fillRef>
      <a:effectRef idx="2">
        <a:srgbClr val="00000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rgbClr val="000000"/>
      </a:lnRef>
      <a:fillRef idx="3">
        <a:srgbClr val="000000"/>
      </a:fillRef>
      <a:effectRef idx="2">
        <a:srgbClr val="00000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rgbClr val="000000"/>
      </a:lnRef>
      <a:fillRef idx="3">
        <a:srgbClr val="000000"/>
      </a:fillRef>
      <a:effectRef idx="2">
        <a:srgbClr val="00000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rgbClr val="000000"/>
      </a:lnRef>
      <a:fillRef idx="3">
        <a:srgbClr val="000000"/>
      </a:fillRef>
      <a:effectRef idx="2">
        <a:srgbClr val="00000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rgbClr val="000000"/>
      </a:lnRef>
      <a:fillRef idx="3">
        <a:srgbClr val="000000"/>
      </a:fillRef>
      <a:effectRef idx="2">
        <a:srgbClr val="00000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rgbClr val="000000"/>
      </a:lnRef>
      <a:fillRef idx="3">
        <a:srgbClr val="000000"/>
      </a:fillRef>
      <a:effectRef idx="2">
        <a:srgbClr val="00000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rgbClr val="000000"/>
      </a:lnRef>
      <a:fillRef idx="3">
        <a:srgbClr val="000000"/>
      </a:fillRef>
      <a:effectRef idx="2">
        <a:srgbClr val="00000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rgbClr val="000000"/>
      </a:lnRef>
      <a:fillRef idx="3">
        <a:srgbClr val="000000"/>
      </a:fillRef>
      <a:effectRef idx="2">
        <a:srgbClr val="00000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rgbClr val="000000"/>
      </a:lnRef>
      <a:fillRef idx="3">
        <a:srgbClr val="000000"/>
      </a:fillRef>
      <a:effectRef idx="2">
        <a:srgbClr val="00000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rgbClr val="000000"/>
      </a:lnRef>
      <a:fillRef idx="0">
        <a:srgbClr val="000000"/>
      </a:fillRef>
      <a:effectRef idx="0">
        <a:srgbClr val="00000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rgbClr val="000000"/>
      </a:lnRef>
      <a:fillRef idx="0">
        <a:srgbClr val="000000"/>
      </a:fillRef>
      <a:effectRef idx="0">
        <a:srgbClr val="00000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rgbClr val="000000"/>
      </a:lnRef>
      <a:fillRef idx="0">
        <a:srgbClr val="000000"/>
      </a:fillRef>
      <a:effectRef idx="0">
        <a:srgbClr val="00000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rgbClr val="000000"/>
      </a:lnRef>
      <a:fillRef idx="0">
        <a:srgbClr val="000000"/>
      </a:fillRef>
      <a:effectRef idx="0">
        <a:srgbClr val="00000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rgbClr val="000000"/>
      </a:lnRef>
      <a:fillRef idx="1">
        <a:srgbClr val="000000"/>
      </a:fillRef>
      <a:effectRef idx="2">
        <a:srgbClr val="00000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rgbClr val="000000"/>
      </a:lnRef>
      <a:fillRef idx="1">
        <a:srgbClr val="000000"/>
      </a:fillRef>
      <a:effectRef idx="2">
        <a:srgbClr val="00000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rgbClr val="000000"/>
      </a:lnRef>
      <a:fillRef idx="3">
        <a:srgbClr val="000000"/>
      </a:fillRef>
      <a:effectRef idx="2">
        <a:srgbClr val="00000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rgbClr val="000000"/>
      </a:lnRef>
      <a:fillRef idx="0">
        <a:srgbClr val="000000"/>
      </a:fillRef>
      <a:effectRef idx="0">
        <a:srgbClr val="00000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#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rgbClr val="000000"/>
      </a:lnRef>
      <a:fillRef idx="1">
        <a:srgbClr val="000000"/>
      </a:fillRef>
      <a:effectRef idx="0">
        <a:srgbClr val="00000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rgbClr val="000000"/>
      </a:lnRef>
      <a:fillRef idx="1">
        <a:srgbClr val="000000"/>
      </a:fillRef>
      <a:effectRef idx="0">
        <a:srgbClr val="00000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rgbClr val="000000"/>
      </a:lnRef>
      <a:fillRef idx="1">
        <a:srgbClr val="000000"/>
      </a:fillRef>
      <a:effectRef idx="0">
        <a:srgbClr val="00000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rgbClr val="000000"/>
      </a:lnRef>
      <a:fillRef idx="0">
        <a:srgbClr val="000000"/>
      </a:fillRef>
      <a:effectRef idx="0">
        <a:srgbClr val="00000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rgbClr val="000000"/>
      </a:lnRef>
      <a:fillRef idx="0">
        <a:srgbClr val="000000"/>
      </a:fillRef>
      <a:effectRef idx="0">
        <a:srgbClr val="00000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rgbClr val="000000"/>
      </a:lnRef>
      <a:fillRef idx="0">
        <a:srgbClr val="000000"/>
      </a:fillRef>
      <a:effectRef idx="0">
        <a:srgbClr val="00000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rgbClr val="000000"/>
      </a:lnRef>
      <a:fillRef idx="0">
        <a:srgbClr val="000000"/>
      </a:fillRef>
      <a:effectRef idx="0">
        <a:srgbClr val="00000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rgbClr val="000000"/>
      </a:lnRef>
      <a:fillRef idx="0">
        <a:srgbClr val="000000"/>
      </a:fillRef>
      <a:effectRef idx="0">
        <a:srgbClr val="00000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rgbClr val="000000"/>
      </a:lnRef>
      <a:fillRef idx="0">
        <a:srgbClr val="000000"/>
      </a:fillRef>
      <a:effectRef idx="0">
        <a:srgbClr val="00000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#2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rgbClr val="000000"/>
      </a:lnRef>
      <a:fillRef idx="1">
        <a:srgbClr val="000000"/>
      </a:fillRef>
      <a:effectRef idx="0">
        <a:srgbClr val="00000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rgbClr val="000000"/>
      </a:lnRef>
      <a:fillRef idx="1">
        <a:srgbClr val="000000"/>
      </a:fillRef>
      <a:effectRef idx="0">
        <a:srgbClr val="00000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rgbClr val="000000"/>
      </a:lnRef>
      <a:fillRef idx="1">
        <a:srgbClr val="000000"/>
      </a:fillRef>
      <a:effectRef idx="0">
        <a:srgbClr val="00000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rgbClr val="000000"/>
      </a:lnRef>
      <a:fillRef idx="0">
        <a:srgbClr val="000000"/>
      </a:fillRef>
      <a:effectRef idx="0">
        <a:srgbClr val="00000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rgbClr val="000000"/>
      </a:lnRef>
      <a:fillRef idx="0">
        <a:srgbClr val="000000"/>
      </a:fillRef>
      <a:effectRef idx="0">
        <a:srgbClr val="00000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rgbClr val="000000"/>
      </a:lnRef>
      <a:fillRef idx="0">
        <a:srgbClr val="000000"/>
      </a:fillRef>
      <a:effectRef idx="0">
        <a:srgbClr val="00000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rgbClr val="000000"/>
      </a:lnRef>
      <a:fillRef idx="0">
        <a:srgbClr val="000000"/>
      </a:fillRef>
      <a:effectRef idx="0">
        <a:srgbClr val="00000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rgbClr val="000000"/>
      </a:lnRef>
      <a:fillRef idx="0">
        <a:srgbClr val="000000"/>
      </a:fillRef>
      <a:effectRef idx="0">
        <a:srgbClr val="00000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rgbClr val="000000"/>
      </a:lnRef>
      <a:fillRef idx="0">
        <a:srgbClr val="000000"/>
      </a:fillRef>
      <a:effectRef idx="0">
        <a:srgbClr val="00000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itle" preserve="1" userDrawn="1">
  <p:cSld name="Титульный слайд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 bwMode="auto"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 bwMode="auto"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>
              <a:defRPr/>
            </a:pPr>
            <a:r>
              <a:rPr lang="ru-RU"/>
              <a:t>Образец подзаголовка</a:t>
            </a:r>
            <a:endParaRPr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F8E8F3B0-4B07-478A-ADBD-B4202A2F879F}" type="datetimeFigureOut">
              <a:rPr lang="ru-RU"/>
              <a:t>19.01.2026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81307EF6-E073-4FB0-8520-19774E657FFF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obj" preserve="1" userDrawn="1">
  <p:cSld name="Заголовок и объек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F8E8F3B0-4B07-478A-ADBD-B4202A2F879F}" type="datetimeFigureOut">
              <a:rPr lang="ru-RU"/>
              <a:t>19.01.2026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81307EF6-E073-4FB0-8520-19774E657FFF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secHead" preserve="1" userDrawn="1">
  <p:cSld name="Заголовок раздел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 bwMode="auto"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F8E8F3B0-4B07-478A-ADBD-B4202A2F879F}" type="datetimeFigureOut">
              <a:rPr lang="ru-RU"/>
              <a:t>19.01.2026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81307EF6-E073-4FB0-8520-19774E657FFF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woObj" preserve="1" userDrawn="1">
  <p:cSld name="Два объект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 bwMode="auto">
          <a:xfrm>
            <a:off x="838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 bwMode="auto">
          <a:xfrm>
            <a:off x="6172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F8E8F3B0-4B07-478A-ADBD-B4202A2F879F}" type="datetimeFigureOut">
              <a:rPr lang="ru-RU"/>
              <a:t>19.01.2026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81307EF6-E073-4FB0-8520-19774E657FFF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woTxTwoObj" preserve="1" userDrawn="1">
  <p:cSld name="Сравнение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>
          <a:xfrm>
            <a:off x="839788" y="365125"/>
            <a:ext cx="10515600" cy="1325563"/>
          </a:xfrm>
        </p:spPr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 bwMode="auto"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 bwMode="auto">
          <a:xfrm>
            <a:off x="839788" y="2505074"/>
            <a:ext cx="5157787" cy="3684588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 bwMode="auto"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 bwMode="auto">
          <a:xfrm>
            <a:off x="6172200" y="2505074"/>
            <a:ext cx="5183188" cy="3684588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F8E8F3B0-4B07-478A-ADBD-B4202A2F879F}" type="datetimeFigureOut">
              <a:rPr lang="ru-RU"/>
              <a:t>19.01.2026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81307EF6-E073-4FB0-8520-19774E657FFF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itleOnly" preserve="1" userDrawn="1">
  <p:cSld name="Только заголовок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F8E8F3B0-4B07-478A-ADBD-B4202A2F879F}" type="datetimeFigureOut">
              <a:rPr lang="ru-RU"/>
              <a:t>19.01.2026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81307EF6-E073-4FB0-8520-19774E657FFF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blank" preserve="1" userDrawn="1">
  <p:cSld name="Пустой слайд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F8E8F3B0-4B07-478A-ADBD-B4202A2F879F}" type="datetimeFigureOut">
              <a:rPr lang="ru-RU"/>
              <a:t>19.01.2026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81307EF6-E073-4FB0-8520-19774E657FFF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objTx" preserve="1" userDrawn="1">
  <p:cSld name="Объект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F8E8F3B0-4B07-478A-ADBD-B4202A2F879F}" type="datetimeFigureOut">
              <a:rPr lang="ru-RU"/>
              <a:t>19.01.2026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81307EF6-E073-4FB0-8520-19774E657FFF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picTx" preserve="1" userDrawn="1">
  <p:cSld name="Рисунок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F8E8F3B0-4B07-478A-ADBD-B4202A2F879F}" type="datetimeFigureOut">
              <a:rPr lang="ru-RU"/>
              <a:t>19.01.2026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81307EF6-E073-4FB0-8520-19774E657FFF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vertTx" preserve="1" userDrawn="1">
  <p:cSld name="Заголовок и вертикальный текс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F8E8F3B0-4B07-478A-ADBD-B4202A2F879F}" type="datetimeFigureOut">
              <a:rPr lang="ru-RU"/>
              <a:t>19.01.2026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81307EF6-E073-4FB0-8520-19774E657FFF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vertTitleAndTx" preserve="1" userDrawn="1">
  <p:cSld name="Вертикальный заголовок и текс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 bwMode="auto">
          <a:xfrm>
            <a:off x="8724900" y="365125"/>
            <a:ext cx="2628900" cy="5811838"/>
          </a:xfrm>
        </p:spPr>
        <p:txBody>
          <a:bodyPr vert="eaVert"/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 bwMode="auto">
          <a:xfrm>
            <a:off x="838200" y="365125"/>
            <a:ext cx="7734300" cy="5811838"/>
          </a:xfrm>
        </p:spPr>
        <p:txBody>
          <a:bodyPr vert="eaVert"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F8E8F3B0-4B07-478A-ADBD-B4202A2F879F}" type="datetimeFigureOut">
              <a:rPr lang="ru-RU"/>
              <a:t>19.01.2026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81307EF6-E073-4FB0-8520-19774E657FFF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F8E8F3B0-4B07-478A-ADBD-B4202A2F879F}" type="datetimeFigureOut">
              <a:rPr lang="ru-RU"/>
              <a:t>19.01.2026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81307EF6-E073-4FB0-8520-19774E657FFF}" type="slidenum">
              <a:rPr lang="ru-RU"/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diagramData" Target="../diagrams/data2.xml"/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12" Type="http://schemas.microsoft.com/office/2007/relationships/diagramDrawing" Target="../diagrams/drawing2.xm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11" Type="http://schemas.openxmlformats.org/officeDocument/2006/relationships/diagramColors" Target="../diagrams/colors2.xml"/><Relationship Id="rId5" Type="http://schemas.openxmlformats.org/officeDocument/2006/relationships/diagramQuickStyle" Target="../diagrams/quickStyle1.xml"/><Relationship Id="rId10" Type="http://schemas.openxmlformats.org/officeDocument/2006/relationships/diagramQuickStyle" Target="../diagrams/quickStyle2.xml"/><Relationship Id="rId4" Type="http://schemas.openxmlformats.org/officeDocument/2006/relationships/diagramLayout" Target="../diagrams/layout1.xml"/><Relationship Id="rId9" Type="http://schemas.openxmlformats.org/officeDocument/2006/relationships/diagramLayout" Target="../diagrams/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3.xml"/><Relationship Id="rId7" Type="http://schemas.microsoft.com/office/2007/relationships/diagramDrawing" Target="../diagrams/drawing3.xml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3.xml"/><Relationship Id="rId5" Type="http://schemas.openxmlformats.org/officeDocument/2006/relationships/diagramQuickStyle" Target="../diagrams/quickStyle3.xml"/><Relationship Id="rId4" Type="http://schemas.openxmlformats.org/officeDocument/2006/relationships/diagramLayout" Target="../diagrams/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4.xml"/><Relationship Id="rId7" Type="http://schemas.microsoft.com/office/2007/relationships/diagramDrawing" Target="../diagrams/drawing4.xml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4.xml"/><Relationship Id="rId5" Type="http://schemas.openxmlformats.org/officeDocument/2006/relationships/diagramQuickStyle" Target="../diagrams/quickStyle4.xml"/><Relationship Id="rId4" Type="http://schemas.openxmlformats.org/officeDocument/2006/relationships/diagramLayout" Target="../diagrams/layou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9.png"/><Relationship Id="rId4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jp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pythonist.ru/kratkoe-rukovodstvo-po-tensorflow/" TargetMode="External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>
          <a:blip r:embed="rId2">
            <a:alphaModFix amt="84000"/>
            <a:lum/>
          </a:blip>
          <a:srcRect t="-5185" b="20739"/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" name="TextBox 5"/>
          <p:cNvSpPr txBox="1"/>
          <p:nvPr/>
        </p:nvSpPr>
        <p:spPr bwMode="auto">
          <a:xfrm>
            <a:off x="1607360" y="2562822"/>
            <a:ext cx="918334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ru-RU" sz="5400">
                <a:solidFill>
                  <a:schemeClr val="tx2">
                    <a:lumMod val="75000"/>
                  </a:schemeClr>
                </a:solidFill>
                <a:latin typeface="Calibri"/>
                <a:ea typeface="Calibri"/>
                <a:cs typeface="Times New Roman"/>
              </a:rPr>
              <a:t>Машинное обучение</a:t>
            </a:r>
            <a:endParaRPr lang="ru-RU" sz="5400">
              <a:solidFill>
                <a:schemeClr val="tx2">
                  <a:lumMod val="75000"/>
                </a:schemeClr>
              </a:solidFill>
            </a:endParaRPr>
          </a:p>
        </p:txBody>
      </p:sp>
      <p:sp>
        <p:nvSpPr>
          <p:cNvPr id="7" name="TextBox 6"/>
          <p:cNvSpPr txBox="1"/>
          <p:nvPr/>
        </p:nvSpPr>
        <p:spPr bwMode="auto">
          <a:xfrm>
            <a:off x="7104184" y="3974332"/>
            <a:ext cx="4878360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defRPr/>
            </a:pPr>
            <a:r>
              <a:rPr lang="ru-RU" sz="2400">
                <a:solidFill>
                  <a:schemeClr val="tx2">
                    <a:lumMod val="75000"/>
                  </a:schemeClr>
                </a:solidFill>
              </a:rPr>
              <a:t>Работа учениц 6 класса «Э»</a:t>
            </a:r>
            <a:endParaRPr/>
          </a:p>
          <a:p>
            <a:pPr algn="r">
              <a:defRPr/>
            </a:pPr>
            <a:r>
              <a:rPr lang="ru-RU" sz="2400">
                <a:solidFill>
                  <a:schemeClr val="tx2">
                    <a:lumMod val="75000"/>
                  </a:schemeClr>
                </a:solidFill>
              </a:rPr>
              <a:t>Сойчик Аливии Николаевны</a:t>
            </a:r>
            <a:endParaRPr/>
          </a:p>
          <a:p>
            <a:pPr algn="r">
              <a:defRPr/>
            </a:pPr>
            <a:r>
              <a:rPr lang="ru-RU" sz="2400">
                <a:solidFill>
                  <a:schemeClr val="tx2">
                    <a:lumMod val="75000"/>
                  </a:schemeClr>
                </a:solidFill>
              </a:rPr>
              <a:t>и Мороз Надежды Николаевны</a:t>
            </a:r>
            <a:endParaRPr/>
          </a:p>
          <a:p>
            <a:pPr algn="r">
              <a:defRPr/>
            </a:pPr>
            <a:r>
              <a:rPr lang="ru-RU" sz="2400">
                <a:solidFill>
                  <a:schemeClr val="tx2">
                    <a:lumMod val="75000"/>
                  </a:schemeClr>
                </a:solidFill>
              </a:rPr>
              <a:t>Руководитель проекта</a:t>
            </a:r>
            <a:endParaRPr/>
          </a:p>
          <a:p>
            <a:pPr algn="r">
              <a:defRPr/>
            </a:pPr>
            <a:r>
              <a:rPr lang="ru-RU" sz="2400">
                <a:solidFill>
                  <a:schemeClr val="tx2">
                    <a:lumMod val="75000"/>
                  </a:schemeClr>
                </a:solidFill>
              </a:rPr>
              <a:t>Твердохлеб Юлия Алексеевна</a:t>
            </a:r>
            <a:endParaRPr/>
          </a:p>
        </p:txBody>
      </p:sp>
      <p:sp>
        <p:nvSpPr>
          <p:cNvPr id="2" name="TextBox 1"/>
          <p:cNvSpPr txBox="1"/>
          <p:nvPr/>
        </p:nvSpPr>
        <p:spPr bwMode="auto">
          <a:xfrm>
            <a:off x="1607360" y="225663"/>
            <a:ext cx="9183348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ru-RU" sz="2400">
                <a:solidFill>
                  <a:schemeClr val="tx2">
                    <a:lumMod val="75000"/>
                  </a:schemeClr>
                </a:solidFill>
                <a:latin typeface="Calibri"/>
                <a:ea typeface="Calibri"/>
                <a:cs typeface="Times New Roman"/>
              </a:rPr>
              <a:t>ДЕПАРТАМЕНТ ОБРАЗОВАНИЯ ГОРОДА МОСКВЫ</a:t>
            </a:r>
            <a:endParaRPr/>
          </a:p>
          <a:p>
            <a:pPr algn="ctr">
              <a:defRPr/>
            </a:pPr>
            <a:r>
              <a:rPr lang="ru-RU" sz="2400">
                <a:solidFill>
                  <a:schemeClr val="tx2">
                    <a:lumMod val="75000"/>
                  </a:schemeClr>
                </a:solidFill>
                <a:latin typeface="Calibri"/>
                <a:ea typeface="Calibri"/>
                <a:cs typeface="Times New Roman"/>
              </a:rPr>
              <a:t>ГОСУДАРСТВЕННОЕ БЮДЖЕТНОЕ ОБЩЕОБРАЗОВАТЕЛЬНОЕ УЧРЕЖДЕНИЕ ГОРОДА МОСКВЫ</a:t>
            </a:r>
            <a:endParaRPr/>
          </a:p>
          <a:p>
            <a:pPr algn="ctr">
              <a:defRPr/>
            </a:pPr>
            <a:r>
              <a:rPr lang="ru-RU" sz="2400">
                <a:solidFill>
                  <a:schemeClr val="tx2">
                    <a:lumMod val="75000"/>
                  </a:schemeClr>
                </a:solidFill>
                <a:latin typeface="Calibri"/>
                <a:ea typeface="Calibri"/>
                <a:cs typeface="Times New Roman"/>
              </a:rPr>
              <a:t>«ШКОЛА № 1504»</a:t>
            </a:r>
            <a:endParaRPr/>
          </a:p>
        </p:txBody>
      </p:sp>
      <p:sp>
        <p:nvSpPr>
          <p:cNvPr id="3" name="TextBox 2"/>
          <p:cNvSpPr txBox="1"/>
          <p:nvPr/>
        </p:nvSpPr>
        <p:spPr bwMode="auto">
          <a:xfrm>
            <a:off x="4103891" y="6439933"/>
            <a:ext cx="39842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ru-RU" sz="1600">
                <a:solidFill>
                  <a:schemeClr val="tx2">
                    <a:lumMod val="75000"/>
                  </a:schemeClr>
                </a:solidFill>
                <a:latin typeface="Calibri"/>
                <a:ea typeface="Calibri"/>
                <a:cs typeface="Times New Roman"/>
              </a:rPr>
              <a:t>Москва, 2025-2026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dpi="0" rotWithShape="1">
          <a:blip r:embed="rId2">
            <a:alphaModFix amt="70000"/>
            <a:lum/>
          </a:blip>
          <a:srcRect l="-15671" t="2479" r="9700" b="14876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 bwMode="auto">
          <a:xfrm>
            <a:off x="1276599" y="403754"/>
            <a:ext cx="378838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ru-RU" sz="4000">
                <a:solidFill>
                  <a:schemeClr val="tx2">
                    <a:lumMod val="75000"/>
                  </a:schemeClr>
                </a:solidFill>
                <a:latin typeface="Calibri"/>
                <a:ea typeface="Calibri"/>
                <a:cs typeface="Times New Roman"/>
              </a:rPr>
              <a:t>Цель проекта</a:t>
            </a:r>
            <a:endParaRPr lang="ru-RU" sz="4000">
              <a:solidFill>
                <a:schemeClr val="tx2">
                  <a:lumMod val="75000"/>
                </a:schemeClr>
              </a:solidFill>
            </a:endParaRPr>
          </a:p>
        </p:txBody>
      </p:sp>
      <p:sp>
        <p:nvSpPr>
          <p:cNvPr id="3" name="TextBox 2"/>
          <p:cNvSpPr txBox="1"/>
          <p:nvPr/>
        </p:nvSpPr>
        <p:spPr bwMode="auto">
          <a:xfrm>
            <a:off x="7336844" y="403753"/>
            <a:ext cx="378838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ru-RU" sz="4000" dirty="0">
                <a:solidFill>
                  <a:schemeClr val="tx2">
                    <a:lumMod val="75000"/>
                  </a:schemeClr>
                </a:solidFill>
                <a:latin typeface="Calibri"/>
                <a:ea typeface="Calibri"/>
                <a:cs typeface="Times New Roman"/>
              </a:rPr>
              <a:t>Актуальность</a:t>
            </a:r>
            <a:endParaRPr lang="ru-RU" sz="4000" dirty="0">
              <a:solidFill>
                <a:schemeClr val="tx2">
                  <a:lumMod val="75000"/>
                </a:schemeClr>
              </a:solidFill>
            </a:endParaRPr>
          </a:p>
        </p:txBody>
      </p:sp>
      <p:sp>
        <p:nvSpPr>
          <p:cNvPr id="7" name="TextBox 6"/>
          <p:cNvSpPr txBox="1"/>
          <p:nvPr/>
        </p:nvSpPr>
        <p:spPr bwMode="auto">
          <a:xfrm>
            <a:off x="976207" y="4215011"/>
            <a:ext cx="4389165" cy="22253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ru-RU" sz="2800" b="1">
                <a:solidFill>
                  <a:schemeClr val="accent2">
                    <a:lumMod val="50000"/>
                  </a:schemeClr>
                </a:solidFill>
                <a:latin typeface="Calibri"/>
                <a:ea typeface="Calibri"/>
                <a:cs typeface="Times New Roman"/>
              </a:rPr>
              <a:t>Разработка модели и  </a:t>
            </a:r>
            <a:r>
              <a:rPr lang="en-US" sz="2800" b="1">
                <a:solidFill>
                  <a:schemeClr val="accent2">
                    <a:lumMod val="50000"/>
                  </a:schemeClr>
                </a:solidFill>
                <a:latin typeface="Calibri"/>
                <a:ea typeface="Calibri"/>
                <a:cs typeface="Times New Roman"/>
              </a:rPr>
              <a:t>WEB </a:t>
            </a:r>
            <a:r>
              <a:rPr lang="ru-RU" sz="2800" b="1">
                <a:solidFill>
                  <a:schemeClr val="accent2">
                    <a:lumMod val="50000"/>
                  </a:schemeClr>
                </a:solidFill>
                <a:latin typeface="Calibri"/>
                <a:ea typeface="Calibri"/>
                <a:cs typeface="Times New Roman"/>
              </a:rPr>
              <a:t>приложения «Прогноз итоговой годовой оценки по математике»</a:t>
            </a:r>
            <a:endParaRPr lang="ru-RU" sz="2800" b="1">
              <a:solidFill>
                <a:schemeClr val="accent2">
                  <a:lumMod val="50000"/>
                </a:schemeClr>
              </a:solidFill>
            </a:endParaRPr>
          </a:p>
          <a:p>
            <a:pPr>
              <a:defRPr/>
            </a:pPr>
            <a:endParaRPr lang="ru-RU" sz="2800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8" name="TextBox 7"/>
          <p:cNvSpPr txBox="1"/>
          <p:nvPr/>
        </p:nvSpPr>
        <p:spPr bwMode="auto">
          <a:xfrm>
            <a:off x="6691050" y="4215011"/>
            <a:ext cx="4434177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ru-RU" sz="2800" b="1" dirty="0">
                <a:solidFill>
                  <a:schemeClr val="accent2">
                    <a:lumMod val="50000"/>
                  </a:schemeClr>
                </a:solidFill>
                <a:latin typeface="Calibri"/>
                <a:ea typeface="Calibri"/>
                <a:cs typeface="Times New Roman"/>
              </a:rPr>
              <a:t>Машинное обучение и искусственный интеллект стали незаменимыми помощниками для людей  </a:t>
            </a:r>
            <a:endParaRPr lang="ru-RU" sz="2800" b="1" dirty="0">
              <a:solidFill>
                <a:schemeClr val="accent2">
                  <a:lumMod val="50000"/>
                </a:schemeClr>
              </a:solidFill>
            </a:endParaRPr>
          </a:p>
          <a:p>
            <a:pPr>
              <a:defRPr/>
            </a:pPr>
            <a:endParaRPr lang="ru-RU" sz="2800" dirty="0">
              <a:solidFill>
                <a:schemeClr val="accent2">
                  <a:lumMod val="50000"/>
                </a:schemeClr>
              </a:solidFill>
            </a:endParaRPr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1412798" y="1111639"/>
            <a:ext cx="3018477" cy="3018477"/>
          </a:xfrm>
          <a:prstGeom prst="rect">
            <a:avLst/>
          </a:prstGeom>
        </p:spPr>
      </p:pic>
      <p:pic>
        <p:nvPicPr>
          <p:cNvPr id="6" name="Рисунок 5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>
            <a:off x="6691050" y="1337811"/>
            <a:ext cx="4640634" cy="261035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>
          <a:blip r:embed="rId2">
            <a:alphaModFix amt="71000"/>
            <a:lum/>
          </a:blip>
          <a:srcRect l="-19402" t="-6766" r="5969" b="18045"/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" name="TextBox 5"/>
          <p:cNvSpPr txBox="1"/>
          <p:nvPr/>
        </p:nvSpPr>
        <p:spPr bwMode="auto">
          <a:xfrm>
            <a:off x="2825839" y="-14068"/>
            <a:ext cx="693005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ru-RU" sz="4000" dirty="0">
                <a:solidFill>
                  <a:schemeClr val="tx2">
                    <a:lumMod val="75000"/>
                  </a:schemeClr>
                </a:solidFill>
                <a:latin typeface="Calibri"/>
                <a:ea typeface="Calibri"/>
                <a:cs typeface="Times New Roman"/>
              </a:rPr>
              <a:t>Задачи проекта</a:t>
            </a:r>
            <a:endParaRPr lang="ru-RU" sz="4000" dirty="0">
              <a:solidFill>
                <a:schemeClr val="tx2">
                  <a:lumMod val="75000"/>
                </a:schemeClr>
              </a:solidFill>
            </a:endParaRPr>
          </a:p>
        </p:txBody>
      </p:sp>
      <p:sp>
        <p:nvSpPr>
          <p:cNvPr id="3" name="TextBox 2"/>
          <p:cNvSpPr txBox="1"/>
          <p:nvPr/>
        </p:nvSpPr>
        <p:spPr bwMode="auto">
          <a:xfrm>
            <a:off x="714062" y="1621559"/>
            <a:ext cx="470564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ru-RU" sz="2400" b="1" dirty="0">
                <a:solidFill>
                  <a:schemeClr val="accent2">
                    <a:lumMod val="50000"/>
                  </a:schemeClr>
                </a:solidFill>
                <a:ea typeface="Calibri"/>
              </a:rPr>
              <a:t>Разработка/обучение модели</a:t>
            </a:r>
            <a:endParaRPr lang="ru-RU" sz="2400" dirty="0">
              <a:solidFill>
                <a:schemeClr val="accent2">
                  <a:lumMod val="50000"/>
                </a:schemeClr>
              </a:solidFill>
            </a:endParaRPr>
          </a:p>
        </p:txBody>
      </p:sp>
      <p:graphicFrame>
        <p:nvGraphicFramePr>
          <p:cNvPr id="4" name="Схема 3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283780350"/>
              </p:ext>
            </p:extLst>
          </p:nvPr>
        </p:nvGraphicFramePr>
        <p:xfrm>
          <a:off x="165281" y="2262553"/>
          <a:ext cx="5321119" cy="420363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5" name="TextBox 4"/>
          <p:cNvSpPr txBox="1"/>
          <p:nvPr/>
        </p:nvSpPr>
        <p:spPr bwMode="auto">
          <a:xfrm>
            <a:off x="6829372" y="1426546"/>
            <a:ext cx="4705643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ru-RU" sz="2400" b="1" dirty="0">
                <a:solidFill>
                  <a:schemeClr val="accent2">
                    <a:lumMod val="50000"/>
                  </a:schemeClr>
                </a:solidFill>
                <a:ea typeface="Calibri"/>
              </a:rPr>
              <a:t>Разработка веб приложения для использования модели</a:t>
            </a:r>
            <a:endParaRPr lang="ru-RU" sz="2400" dirty="0">
              <a:solidFill>
                <a:schemeClr val="accent2">
                  <a:lumMod val="50000"/>
                </a:schemeClr>
              </a:solidFill>
            </a:endParaRPr>
          </a:p>
        </p:txBody>
      </p:sp>
      <p:graphicFrame>
        <p:nvGraphicFramePr>
          <p:cNvPr id="7" name="Схема 6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035412117"/>
              </p:ext>
            </p:extLst>
          </p:nvPr>
        </p:nvGraphicFramePr>
        <p:xfrm>
          <a:off x="6337668" y="2262553"/>
          <a:ext cx="5689052" cy="414374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8" r:lo="rId9" r:qs="rId10" r:cs="rId11"/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ED6F1709-08B1-5486-55B1-FE280CBDA5D2}"/>
              </a:ext>
            </a:extLst>
          </p:cNvPr>
          <p:cNvSpPr txBox="1"/>
          <p:nvPr/>
        </p:nvSpPr>
        <p:spPr bwMode="auto">
          <a:xfrm>
            <a:off x="714062" y="771731"/>
            <a:ext cx="1101696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ru-RU" sz="2400" b="1" dirty="0">
                <a:solidFill>
                  <a:schemeClr val="accent2">
                    <a:lumMod val="50000"/>
                  </a:schemeClr>
                </a:solidFill>
                <a:ea typeface="Calibri"/>
              </a:rPr>
              <a:t>Разобраться в принципах машинного обучения на простом примере </a:t>
            </a:r>
            <a:endParaRPr lang="ru-RU" sz="2400" dirty="0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8" name="Овал 7">
            <a:extLst>
              <a:ext uri="{FF2B5EF4-FFF2-40B4-BE49-F238E27FC236}">
                <a16:creationId xmlns:a16="http://schemas.microsoft.com/office/drawing/2014/main" id="{BB66B95F-1A4F-829F-B006-3522BD0E1B2E}"/>
              </a:ext>
            </a:extLst>
          </p:cNvPr>
          <p:cNvSpPr/>
          <p:nvPr/>
        </p:nvSpPr>
        <p:spPr bwMode="auto">
          <a:xfrm>
            <a:off x="185706" y="692712"/>
            <a:ext cx="534573" cy="558743"/>
          </a:xfrm>
          <a:prstGeom prst="ellipse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r>
              <a:rPr lang="ru-RU" b="1" dirty="0">
                <a:solidFill>
                  <a:schemeClr val="bg1"/>
                </a:solidFill>
              </a:rPr>
              <a:t>1</a:t>
            </a:r>
            <a:endParaRPr dirty="0"/>
          </a:p>
        </p:txBody>
      </p:sp>
      <p:sp>
        <p:nvSpPr>
          <p:cNvPr id="10" name="Овал 9">
            <a:extLst>
              <a:ext uri="{FF2B5EF4-FFF2-40B4-BE49-F238E27FC236}">
                <a16:creationId xmlns:a16="http://schemas.microsoft.com/office/drawing/2014/main" id="{4572CD59-AF35-7359-1EDD-61DD90BD5BCB}"/>
              </a:ext>
            </a:extLst>
          </p:cNvPr>
          <p:cNvSpPr/>
          <p:nvPr/>
        </p:nvSpPr>
        <p:spPr bwMode="auto">
          <a:xfrm>
            <a:off x="179489" y="1562709"/>
            <a:ext cx="534573" cy="558743"/>
          </a:xfrm>
          <a:prstGeom prst="ellipse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r>
              <a:rPr lang="ru-RU" b="1" dirty="0">
                <a:solidFill>
                  <a:schemeClr val="bg1"/>
                </a:solidFill>
              </a:rPr>
              <a:t>2</a:t>
            </a:r>
            <a:endParaRPr dirty="0"/>
          </a:p>
        </p:txBody>
      </p:sp>
      <p:sp>
        <p:nvSpPr>
          <p:cNvPr id="11" name="Овал 10">
            <a:extLst>
              <a:ext uri="{FF2B5EF4-FFF2-40B4-BE49-F238E27FC236}">
                <a16:creationId xmlns:a16="http://schemas.microsoft.com/office/drawing/2014/main" id="{C7E3A7D2-003B-ECD2-9675-B34321E11C11}"/>
              </a:ext>
            </a:extLst>
          </p:cNvPr>
          <p:cNvSpPr/>
          <p:nvPr/>
        </p:nvSpPr>
        <p:spPr bwMode="auto">
          <a:xfrm>
            <a:off x="6294799" y="1573021"/>
            <a:ext cx="534573" cy="558743"/>
          </a:xfrm>
          <a:prstGeom prst="ellipse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r>
              <a:rPr lang="ru-RU" b="1" dirty="0">
                <a:solidFill>
                  <a:schemeClr val="bg1"/>
                </a:solidFill>
              </a:rPr>
              <a:t>3</a:t>
            </a:r>
            <a:endParaRPr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>
          <a:blip r:embed="rId2">
            <a:alphaModFix amt="75000"/>
            <a:lum/>
          </a:blip>
          <a:srcRect l="10370" t="-2542" r="-15555" b="12710"/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 bwMode="auto">
          <a:xfrm>
            <a:off x="3284229" y="11109"/>
            <a:ext cx="561744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ru-RU" sz="4000">
                <a:solidFill>
                  <a:schemeClr val="tx2">
                    <a:lumMod val="75000"/>
                  </a:schemeClr>
                </a:solidFill>
                <a:latin typeface="Calibri"/>
                <a:ea typeface="Calibri"/>
                <a:cs typeface="Times New Roman"/>
              </a:rPr>
              <a:t>От простого к сложному</a:t>
            </a:r>
            <a:endParaRPr lang="ru-RU" sz="4000">
              <a:solidFill>
                <a:schemeClr val="tx2">
                  <a:lumMod val="75000"/>
                </a:schemeClr>
              </a:solidFill>
            </a:endParaRPr>
          </a:p>
        </p:txBody>
      </p:sp>
      <p:sp>
        <p:nvSpPr>
          <p:cNvPr id="4" name="TextBox 3"/>
          <p:cNvSpPr txBox="1"/>
          <p:nvPr/>
        </p:nvSpPr>
        <p:spPr bwMode="auto">
          <a:xfrm>
            <a:off x="134098" y="1758306"/>
            <a:ext cx="2567354" cy="5587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4999"/>
              </a:lnSpc>
              <a:spcAft>
                <a:spcPts val="1000"/>
              </a:spcAft>
              <a:buNone/>
              <a:defRPr/>
            </a:pPr>
            <a:r>
              <a:rPr lang="en-US" sz="2800" b="1">
                <a:ln>
                  <a:noFill/>
                </a:ln>
                <a:solidFill>
                  <a:srgbClr val="17365D"/>
                </a:solidFill>
                <a:latin typeface="Calibri"/>
                <a:ea typeface="Calibri"/>
                <a:cs typeface="Calibri"/>
              </a:rPr>
              <a:t>f</a:t>
            </a:r>
            <a:r>
              <a:rPr lang="ru-RU" sz="2800" b="1">
                <a:ln>
                  <a:noFill/>
                </a:ln>
                <a:solidFill>
                  <a:srgbClr val="17365D"/>
                </a:solidFill>
                <a:latin typeface="Calibri"/>
                <a:ea typeface="Calibri"/>
                <a:cs typeface="Calibri"/>
              </a:rPr>
              <a:t>(</a:t>
            </a:r>
            <a:r>
              <a:rPr lang="en-US" sz="2800" b="1">
                <a:ln>
                  <a:noFill/>
                </a:ln>
                <a:solidFill>
                  <a:srgbClr val="17365D"/>
                </a:solidFill>
                <a:latin typeface="Calibri"/>
                <a:ea typeface="Calibri"/>
                <a:cs typeface="Calibri"/>
              </a:rPr>
              <a:t>x</a:t>
            </a:r>
            <a:r>
              <a:rPr lang="ru-RU" sz="2800" b="1">
                <a:ln>
                  <a:noFill/>
                </a:ln>
                <a:solidFill>
                  <a:srgbClr val="17365D"/>
                </a:solidFill>
                <a:latin typeface="Calibri"/>
                <a:ea typeface="Calibri"/>
                <a:cs typeface="Calibri"/>
              </a:rPr>
              <a:t>) = 2</a:t>
            </a:r>
            <a:r>
              <a:rPr lang="en-US" sz="2800" b="1">
                <a:ln>
                  <a:noFill/>
                </a:ln>
                <a:solidFill>
                  <a:srgbClr val="17365D"/>
                </a:solidFill>
                <a:latin typeface="Calibri"/>
                <a:ea typeface="Calibri"/>
                <a:cs typeface="Calibri"/>
              </a:rPr>
              <a:t>x</a:t>
            </a:r>
            <a:r>
              <a:rPr lang="ru-RU" sz="2800" b="1">
                <a:ln>
                  <a:noFill/>
                </a:ln>
                <a:solidFill>
                  <a:srgbClr val="17365D"/>
                </a:solidFill>
                <a:latin typeface="Calibri"/>
                <a:ea typeface="Calibri"/>
                <a:cs typeface="Calibri"/>
              </a:rPr>
              <a:t> + 3 </a:t>
            </a:r>
            <a:endParaRPr lang="ru-RU" sz="2800">
              <a:latin typeface="Calibri"/>
              <a:ea typeface="Calibri"/>
              <a:cs typeface="Calibri"/>
            </a:endParaRPr>
          </a:p>
        </p:txBody>
      </p:sp>
      <p:sp>
        <p:nvSpPr>
          <p:cNvPr id="5" name="TextBox 4"/>
          <p:cNvSpPr txBox="1"/>
          <p:nvPr/>
        </p:nvSpPr>
        <p:spPr bwMode="auto">
          <a:xfrm>
            <a:off x="284813" y="1025726"/>
            <a:ext cx="561744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ru-RU" sz="2000" b="1" i="1">
                <a:solidFill>
                  <a:schemeClr val="accent2">
                    <a:lumMod val="50000"/>
                  </a:schemeClr>
                </a:solidFill>
                <a:latin typeface="Calibri"/>
                <a:ea typeface="Calibri"/>
                <a:cs typeface="Times New Roman"/>
              </a:rPr>
              <a:t>Задача</a:t>
            </a:r>
            <a:r>
              <a:rPr lang="en-US" sz="2000" b="1" i="1">
                <a:solidFill>
                  <a:schemeClr val="accent2">
                    <a:lumMod val="50000"/>
                  </a:schemeClr>
                </a:solidFill>
                <a:latin typeface="Calibri"/>
                <a:ea typeface="Calibri"/>
                <a:cs typeface="Times New Roman"/>
              </a:rPr>
              <a:t>:</a:t>
            </a:r>
            <a:r>
              <a:rPr lang="en-US" sz="2000">
                <a:solidFill>
                  <a:schemeClr val="accent2">
                    <a:lumMod val="50000"/>
                  </a:schemeClr>
                </a:solidFill>
                <a:latin typeface="Calibri"/>
                <a:ea typeface="Calibri"/>
                <a:cs typeface="Times New Roman"/>
              </a:rPr>
              <a:t> </a:t>
            </a:r>
            <a:r>
              <a:rPr lang="ru-RU" sz="2000">
                <a:solidFill>
                  <a:schemeClr val="accent2">
                    <a:lumMod val="50000"/>
                  </a:schemeClr>
                </a:solidFill>
                <a:latin typeface="Calibri"/>
                <a:ea typeface="Calibri"/>
                <a:cs typeface="Times New Roman"/>
              </a:rPr>
              <a:t>предсказать ответ решения линейного уравнения для заданного </a:t>
            </a:r>
            <a:r>
              <a:rPr lang="en-US" sz="2000" b="1" i="1">
                <a:solidFill>
                  <a:schemeClr val="accent2">
                    <a:lumMod val="50000"/>
                  </a:schemeClr>
                </a:solidFill>
                <a:latin typeface="Calibri"/>
                <a:ea typeface="Calibri"/>
                <a:cs typeface="Times New Roman"/>
              </a:rPr>
              <a:t>x</a:t>
            </a:r>
            <a:endParaRPr lang="ru-RU" sz="2000" b="1" i="1">
              <a:solidFill>
                <a:schemeClr val="accent2">
                  <a:lumMod val="50000"/>
                </a:schemeClr>
              </a:solidFill>
            </a:endParaRPr>
          </a:p>
        </p:txBody>
      </p:sp>
      <p:pic>
        <p:nvPicPr>
          <p:cNvPr id="20" name="Рисунок 19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6536786" y="1546710"/>
            <a:ext cx="3305636" cy="1819529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 bwMode="auto">
          <a:xfrm>
            <a:off x="284813" y="3768620"/>
            <a:ext cx="561744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ru-RU" sz="2000" b="1" i="1">
                <a:solidFill>
                  <a:schemeClr val="accent2">
                    <a:lumMod val="50000"/>
                  </a:schemeClr>
                </a:solidFill>
                <a:latin typeface="Calibri"/>
                <a:ea typeface="Calibri"/>
                <a:cs typeface="Times New Roman"/>
              </a:rPr>
              <a:t>Входные и выходные данные для обучения</a:t>
            </a:r>
            <a:endParaRPr lang="ru-RU" sz="2000" b="1" i="1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22" name="TextBox 21"/>
          <p:cNvSpPr txBox="1"/>
          <p:nvPr/>
        </p:nvSpPr>
        <p:spPr bwMode="auto">
          <a:xfrm>
            <a:off x="6574559" y="1051570"/>
            <a:ext cx="561744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ru-RU" sz="2000" b="1" i="1">
                <a:solidFill>
                  <a:schemeClr val="accent2">
                    <a:lumMod val="50000"/>
                  </a:schemeClr>
                </a:solidFill>
                <a:latin typeface="Calibri"/>
                <a:ea typeface="Calibri"/>
                <a:cs typeface="Times New Roman"/>
              </a:rPr>
              <a:t>Нейронная сеть</a:t>
            </a:r>
            <a:endParaRPr lang="ru-RU" sz="2000" b="1" i="1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24" name="TextBox 23"/>
          <p:cNvSpPr txBox="1"/>
          <p:nvPr/>
        </p:nvSpPr>
        <p:spPr bwMode="auto">
          <a:xfrm>
            <a:off x="9383279" y="1025726"/>
            <a:ext cx="3722077" cy="25045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>
              <a:lnSpc>
                <a:spcPct val="150000"/>
              </a:lnSpc>
              <a:buNone/>
              <a:defRPr/>
            </a:pPr>
            <a:r>
              <a:rPr lang="ru-RU" sz="1800" b="1">
                <a:solidFill>
                  <a:schemeClr val="tx2">
                    <a:lumMod val="50000"/>
                  </a:schemeClr>
                </a:solidFill>
                <a:latin typeface="Times New Roman"/>
                <a:ea typeface="Times New Roman"/>
                <a:cs typeface="Calibri"/>
              </a:rPr>
              <a:t> Слой </a:t>
            </a:r>
            <a:r>
              <a:rPr lang="en-US" b="1">
                <a:solidFill>
                  <a:schemeClr val="tx2">
                    <a:lumMod val="50000"/>
                  </a:schemeClr>
                </a:solidFill>
                <a:latin typeface="Times New Roman"/>
                <a:ea typeface="Times New Roman"/>
                <a:cs typeface="Calibri"/>
              </a:rPr>
              <a:t>Dense</a:t>
            </a:r>
            <a:br>
              <a:rPr lang="en-US" b="1">
                <a:solidFill>
                  <a:schemeClr val="tx2">
                    <a:lumMod val="50000"/>
                  </a:schemeClr>
                </a:solidFill>
                <a:latin typeface="Times New Roman"/>
                <a:ea typeface="Times New Roman"/>
                <a:cs typeface="Calibri"/>
              </a:rPr>
            </a:br>
            <a:r>
              <a:rPr lang="ru-RU" sz="1800" b="1">
                <a:solidFill>
                  <a:schemeClr val="tx2">
                    <a:lumMod val="50000"/>
                  </a:schemeClr>
                </a:solidFill>
                <a:latin typeface="Times New Roman"/>
                <a:ea typeface="Times New Roman"/>
                <a:cs typeface="Calibri"/>
              </a:rPr>
              <a:t>y = Wx + b</a:t>
            </a:r>
            <a:endParaRPr lang="ru-RU" sz="1600">
              <a:solidFill>
                <a:schemeClr val="tx2">
                  <a:lumMod val="50000"/>
                </a:schemeClr>
              </a:solidFill>
              <a:latin typeface="Calibri"/>
              <a:ea typeface="Calibri"/>
              <a:cs typeface="Calibri"/>
            </a:endParaRPr>
          </a:p>
          <a:p>
            <a:pPr marL="457200" algn="just">
              <a:lnSpc>
                <a:spcPct val="150000"/>
              </a:lnSpc>
              <a:buNone/>
              <a:defRPr/>
            </a:pPr>
            <a:r>
              <a:rPr lang="ru-RU" sz="1400">
                <a:solidFill>
                  <a:schemeClr val="tx2">
                    <a:lumMod val="50000"/>
                  </a:schemeClr>
                </a:solidFill>
                <a:latin typeface="Times New Roman"/>
                <a:ea typeface="Times New Roman"/>
                <a:cs typeface="Calibri"/>
              </a:rPr>
              <a:t>где:</a:t>
            </a:r>
            <a:endParaRPr lang="ru-RU" sz="1400">
              <a:solidFill>
                <a:schemeClr val="tx2">
                  <a:lumMod val="50000"/>
                </a:schemeClr>
              </a:solidFill>
              <a:latin typeface="Calibri"/>
              <a:ea typeface="Calibri"/>
              <a:cs typeface="Calibri"/>
            </a:endParaRPr>
          </a:p>
          <a:p>
            <a:pPr marL="457200" algn="just">
              <a:lnSpc>
                <a:spcPct val="150000"/>
              </a:lnSpc>
              <a:buNone/>
              <a:defRPr/>
            </a:pPr>
            <a:r>
              <a:rPr lang="en-US" sz="1400">
                <a:solidFill>
                  <a:schemeClr val="tx2">
                    <a:lumMod val="50000"/>
                  </a:schemeClr>
                </a:solidFill>
                <a:latin typeface="Times New Roman"/>
                <a:ea typeface="Times New Roman"/>
                <a:cs typeface="Calibri"/>
              </a:rPr>
              <a:t>y</a:t>
            </a:r>
            <a:r>
              <a:rPr lang="ru-RU" sz="1400">
                <a:solidFill>
                  <a:schemeClr val="tx2">
                    <a:lumMod val="50000"/>
                  </a:schemeClr>
                </a:solidFill>
                <a:latin typeface="Times New Roman"/>
                <a:ea typeface="Times New Roman"/>
                <a:cs typeface="Calibri"/>
              </a:rPr>
              <a:t> - выходные данные </a:t>
            </a:r>
            <a:endParaRPr lang="ru-RU" sz="1400">
              <a:solidFill>
                <a:schemeClr val="tx2">
                  <a:lumMod val="50000"/>
                </a:schemeClr>
              </a:solidFill>
              <a:latin typeface="Calibri"/>
              <a:ea typeface="Calibri"/>
              <a:cs typeface="Calibri"/>
            </a:endParaRPr>
          </a:p>
          <a:p>
            <a:pPr marL="457200" algn="just">
              <a:lnSpc>
                <a:spcPct val="150000"/>
              </a:lnSpc>
              <a:buNone/>
              <a:defRPr/>
            </a:pPr>
            <a:r>
              <a:rPr lang="en-US" sz="1400">
                <a:solidFill>
                  <a:schemeClr val="tx2">
                    <a:lumMod val="50000"/>
                  </a:schemeClr>
                </a:solidFill>
                <a:latin typeface="Times New Roman"/>
                <a:ea typeface="Times New Roman"/>
                <a:cs typeface="Calibri"/>
              </a:rPr>
              <a:t>x</a:t>
            </a:r>
            <a:r>
              <a:rPr lang="ru-RU" sz="1400">
                <a:solidFill>
                  <a:schemeClr val="tx2">
                    <a:lumMod val="50000"/>
                  </a:schemeClr>
                </a:solidFill>
                <a:latin typeface="Times New Roman"/>
                <a:ea typeface="Times New Roman"/>
                <a:cs typeface="Calibri"/>
              </a:rPr>
              <a:t> - входные данные </a:t>
            </a:r>
            <a:endParaRPr lang="ru-RU" sz="1400">
              <a:solidFill>
                <a:schemeClr val="tx2">
                  <a:lumMod val="50000"/>
                </a:schemeClr>
              </a:solidFill>
              <a:latin typeface="Calibri"/>
              <a:ea typeface="Calibri"/>
              <a:cs typeface="Calibri"/>
            </a:endParaRPr>
          </a:p>
          <a:p>
            <a:pPr marL="457200" algn="just">
              <a:lnSpc>
                <a:spcPct val="150000"/>
              </a:lnSpc>
              <a:buNone/>
              <a:defRPr/>
            </a:pPr>
            <a:r>
              <a:rPr lang="en-US" sz="1400">
                <a:solidFill>
                  <a:schemeClr val="tx2">
                    <a:lumMod val="50000"/>
                  </a:schemeClr>
                </a:solidFill>
                <a:latin typeface="Times New Roman"/>
                <a:ea typeface="Times New Roman"/>
                <a:cs typeface="Calibri"/>
              </a:rPr>
              <a:t>W</a:t>
            </a:r>
            <a:r>
              <a:rPr lang="ru-RU" sz="1400">
                <a:solidFill>
                  <a:schemeClr val="tx2">
                    <a:lumMod val="50000"/>
                  </a:schemeClr>
                </a:solidFill>
                <a:latin typeface="Times New Roman"/>
                <a:ea typeface="Times New Roman"/>
                <a:cs typeface="Calibri"/>
              </a:rPr>
              <a:t> - матрица весов</a:t>
            </a:r>
            <a:endParaRPr lang="ru-RU" sz="1400">
              <a:solidFill>
                <a:schemeClr val="tx2">
                  <a:lumMod val="50000"/>
                </a:schemeClr>
              </a:solidFill>
              <a:latin typeface="Calibri"/>
              <a:ea typeface="Calibri"/>
              <a:cs typeface="Calibri"/>
            </a:endParaRPr>
          </a:p>
          <a:p>
            <a:pPr marL="457200" algn="just">
              <a:lnSpc>
                <a:spcPct val="150000"/>
              </a:lnSpc>
              <a:buNone/>
              <a:defRPr/>
            </a:pPr>
            <a:r>
              <a:rPr lang="en-US" sz="1400">
                <a:solidFill>
                  <a:schemeClr val="tx2">
                    <a:lumMod val="50000"/>
                  </a:schemeClr>
                </a:solidFill>
                <a:latin typeface="Times New Roman"/>
                <a:ea typeface="Times New Roman"/>
                <a:cs typeface="Calibri"/>
              </a:rPr>
              <a:t>b </a:t>
            </a:r>
            <a:r>
              <a:rPr lang="ru-RU" sz="1400">
                <a:solidFill>
                  <a:schemeClr val="tx2">
                    <a:lumMod val="50000"/>
                  </a:schemeClr>
                </a:solidFill>
                <a:latin typeface="Times New Roman"/>
                <a:ea typeface="Times New Roman"/>
                <a:cs typeface="Calibri"/>
              </a:rPr>
              <a:t>–  массив смещений</a:t>
            </a:r>
            <a:endParaRPr lang="ru-RU" sz="1400">
              <a:solidFill>
                <a:schemeClr val="tx2">
                  <a:lumMod val="50000"/>
                </a:schemeClr>
              </a:solidFill>
              <a:latin typeface="Calibri"/>
              <a:ea typeface="Calibri"/>
              <a:cs typeface="Calibri"/>
            </a:endParaRPr>
          </a:p>
        </p:txBody>
      </p:sp>
      <p:pic>
        <p:nvPicPr>
          <p:cNvPr id="28" name="Рисунок 27" descr="Назад со сплошной заливкой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 rot="3780651">
            <a:off x="849924" y="2671650"/>
            <a:ext cx="1286312" cy="685396"/>
          </a:xfrm>
          <a:prstGeom prst="rect">
            <a:avLst/>
          </a:prstGeom>
        </p:spPr>
      </p:pic>
      <p:pic>
        <p:nvPicPr>
          <p:cNvPr id="29" name="Рисунок 28" descr="Назад со сплошной заливкой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 rot="18181595">
            <a:off x="4315997" y="2406182"/>
            <a:ext cx="2361395" cy="685396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 bwMode="auto">
          <a:xfrm>
            <a:off x="7155417" y="4313784"/>
            <a:ext cx="561744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ru-RU" sz="2000" b="1" i="1">
                <a:solidFill>
                  <a:schemeClr val="accent2">
                    <a:lumMod val="50000"/>
                  </a:schemeClr>
                </a:solidFill>
                <a:latin typeface="Calibri"/>
                <a:ea typeface="Calibri"/>
                <a:cs typeface="Times New Roman"/>
              </a:rPr>
              <a:t>Обучение нейронной сети</a:t>
            </a:r>
            <a:endParaRPr lang="ru-RU" sz="2000" b="1" i="1">
              <a:solidFill>
                <a:schemeClr val="accent2">
                  <a:lumMod val="50000"/>
                </a:schemeClr>
              </a:solidFill>
            </a:endParaRPr>
          </a:p>
        </p:txBody>
      </p:sp>
      <p:pic>
        <p:nvPicPr>
          <p:cNvPr id="31" name="Рисунок 30"/>
          <p:cNvPicPr>
            <a:picLocks noChangeAspect="1"/>
          </p:cNvPicPr>
          <p:nvPr/>
        </p:nvPicPr>
        <p:blipFill>
          <a:blip r:embed="rId5"/>
          <a:stretch/>
        </p:blipFill>
        <p:spPr bwMode="auto">
          <a:xfrm>
            <a:off x="134098" y="4190445"/>
            <a:ext cx="6454408" cy="1819529"/>
          </a:xfrm>
          <a:prstGeom prst="rect">
            <a:avLst/>
          </a:prstGeom>
        </p:spPr>
      </p:pic>
      <p:pic>
        <p:nvPicPr>
          <p:cNvPr id="32" name="Рисунок 31" descr="Назад со сплошной заливкой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 rot="3910592">
            <a:off x="7849499" y="3557247"/>
            <a:ext cx="1147316" cy="685396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 bwMode="auto">
          <a:xfrm>
            <a:off x="10154530" y="5661439"/>
            <a:ext cx="561744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ru-RU" sz="2000" b="1" i="1">
                <a:solidFill>
                  <a:schemeClr val="accent2">
                    <a:lumMod val="50000"/>
                  </a:schemeClr>
                </a:solidFill>
                <a:latin typeface="Calibri"/>
                <a:ea typeface="Calibri"/>
                <a:cs typeface="Times New Roman"/>
              </a:rPr>
              <a:t>Тестирование</a:t>
            </a:r>
            <a:endParaRPr lang="ru-RU" sz="2000" b="1" i="1">
              <a:solidFill>
                <a:schemeClr val="accent2">
                  <a:lumMod val="50000"/>
                </a:schemeClr>
              </a:solidFill>
            </a:endParaRPr>
          </a:p>
        </p:txBody>
      </p:sp>
      <p:pic>
        <p:nvPicPr>
          <p:cNvPr id="34" name="Рисунок 33" descr="Назад со сплошной заливкой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 rot="3910592">
            <a:off x="10340453" y="5016360"/>
            <a:ext cx="953119" cy="685396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 bwMode="auto">
          <a:xfrm>
            <a:off x="284813" y="5816339"/>
            <a:ext cx="561744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ru-RU">
                <a:solidFill>
                  <a:schemeClr val="tx2">
                    <a:lumMod val="50000"/>
                  </a:schemeClr>
                </a:solidFill>
                <a:latin typeface="Calibri"/>
                <a:ea typeface="Calibri"/>
                <a:cs typeface="Times New Roman"/>
              </a:rPr>
              <a:t>Данные разбиваются на тренировочные и тестовые в пропорции 80% / 20%</a:t>
            </a:r>
            <a:endParaRPr lang="ru-RU" b="1" i="1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36" name="TextBox 35"/>
          <p:cNvSpPr txBox="1"/>
          <p:nvPr/>
        </p:nvSpPr>
        <p:spPr bwMode="auto">
          <a:xfrm>
            <a:off x="7155417" y="4713894"/>
            <a:ext cx="330563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ru-RU" dirty="0">
                <a:solidFill>
                  <a:schemeClr val="tx2">
                    <a:lumMod val="50000"/>
                  </a:schemeClr>
                </a:solidFill>
                <a:latin typeface="Calibri"/>
                <a:ea typeface="Calibri"/>
                <a:cs typeface="Times New Roman"/>
              </a:rPr>
              <a:t>Происходит заполнение весов</a:t>
            </a:r>
            <a:r>
              <a:rPr lang="ru-RU" b="1" i="1" dirty="0">
                <a:solidFill>
                  <a:schemeClr val="tx2">
                    <a:lumMod val="50000"/>
                  </a:schemeClr>
                </a:solidFill>
                <a:latin typeface="Calibri"/>
                <a:ea typeface="Calibri"/>
                <a:cs typeface="Times New Roman"/>
              </a:rPr>
              <a:t> </a:t>
            </a:r>
            <a:r>
              <a:rPr lang="ru-RU" dirty="0">
                <a:solidFill>
                  <a:schemeClr val="tx2">
                    <a:lumMod val="50000"/>
                  </a:schemeClr>
                </a:solidFill>
                <a:latin typeface="Calibri"/>
                <a:ea typeface="Calibri"/>
                <a:cs typeface="Times New Roman"/>
              </a:rPr>
              <a:t>на основе входных и выходных данных</a:t>
            </a:r>
            <a:endParaRPr lang="ru-RU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37" name="TextBox 36"/>
          <p:cNvSpPr txBox="1"/>
          <p:nvPr/>
        </p:nvSpPr>
        <p:spPr bwMode="auto">
          <a:xfrm>
            <a:off x="7610620" y="6085764"/>
            <a:ext cx="441725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ru-RU">
                <a:solidFill>
                  <a:schemeClr val="tx2">
                    <a:lumMod val="50000"/>
                  </a:schemeClr>
                </a:solidFill>
                <a:latin typeface="Calibri"/>
                <a:ea typeface="Calibri"/>
                <a:cs typeface="Times New Roman"/>
              </a:rPr>
              <a:t>Для тестовых данных сверяется результат предсказания с меткой в тестовых данных</a:t>
            </a:r>
            <a:endParaRPr lang="ru-RU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38" name="Овал 37"/>
          <p:cNvSpPr/>
          <p:nvPr/>
        </p:nvSpPr>
        <p:spPr bwMode="auto">
          <a:xfrm>
            <a:off x="378781" y="430564"/>
            <a:ext cx="534573" cy="558743"/>
          </a:xfrm>
          <a:prstGeom prst="ellipse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r>
              <a:rPr lang="ru-RU" b="1">
                <a:solidFill>
                  <a:schemeClr val="bg1"/>
                </a:solidFill>
              </a:rPr>
              <a:t>1</a:t>
            </a:r>
            <a:endParaRPr/>
          </a:p>
        </p:txBody>
      </p:sp>
      <p:sp>
        <p:nvSpPr>
          <p:cNvPr id="39" name="Овал 38"/>
          <p:cNvSpPr/>
          <p:nvPr/>
        </p:nvSpPr>
        <p:spPr bwMode="auto">
          <a:xfrm>
            <a:off x="1871337" y="3260035"/>
            <a:ext cx="534573" cy="558743"/>
          </a:xfrm>
          <a:prstGeom prst="ellipse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r>
              <a:rPr lang="ru-RU" b="1">
                <a:solidFill>
                  <a:schemeClr val="bg1"/>
                </a:solidFill>
              </a:rPr>
              <a:t>2</a:t>
            </a:r>
            <a:endParaRPr/>
          </a:p>
        </p:txBody>
      </p:sp>
      <p:sp>
        <p:nvSpPr>
          <p:cNvPr id="40" name="Овал 39"/>
          <p:cNvSpPr/>
          <p:nvPr/>
        </p:nvSpPr>
        <p:spPr bwMode="auto">
          <a:xfrm>
            <a:off x="6002213" y="1324158"/>
            <a:ext cx="534573" cy="558743"/>
          </a:xfrm>
          <a:prstGeom prst="ellipse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r>
              <a:rPr lang="ru-RU" b="1">
                <a:solidFill>
                  <a:schemeClr val="bg1"/>
                </a:solidFill>
              </a:rPr>
              <a:t>3</a:t>
            </a:r>
            <a:endParaRPr/>
          </a:p>
        </p:txBody>
      </p:sp>
      <p:sp>
        <p:nvSpPr>
          <p:cNvPr id="41" name="Овал 40"/>
          <p:cNvSpPr/>
          <p:nvPr/>
        </p:nvSpPr>
        <p:spPr bwMode="auto">
          <a:xfrm>
            <a:off x="8707740" y="3863672"/>
            <a:ext cx="534573" cy="558743"/>
          </a:xfrm>
          <a:prstGeom prst="ellipse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r>
              <a:rPr lang="ru-RU" b="1">
                <a:solidFill>
                  <a:schemeClr val="bg1"/>
                </a:solidFill>
              </a:rPr>
              <a:t>4</a:t>
            </a:r>
            <a:endParaRPr/>
          </a:p>
        </p:txBody>
      </p:sp>
      <p:sp>
        <p:nvSpPr>
          <p:cNvPr id="42" name="Овал 41"/>
          <p:cNvSpPr/>
          <p:nvPr/>
        </p:nvSpPr>
        <p:spPr bwMode="auto">
          <a:xfrm>
            <a:off x="11082382" y="5217984"/>
            <a:ext cx="534573" cy="558743"/>
          </a:xfrm>
          <a:prstGeom prst="ellipse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r>
              <a:rPr lang="ru-RU" b="1">
                <a:solidFill>
                  <a:schemeClr val="bg1"/>
                </a:solidFill>
              </a:rPr>
              <a:t>5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>
          <a:blip r:embed="rId2">
            <a:alphaModFix amt="69000"/>
            <a:lum/>
          </a:blip>
          <a:srcRect l="14516" t="6944" r="-4837" b="23611"/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 bwMode="auto">
          <a:xfrm>
            <a:off x="4358773" y="-82939"/>
            <a:ext cx="1016612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ru-RU" sz="4000">
                <a:solidFill>
                  <a:schemeClr val="tx2">
                    <a:lumMod val="75000"/>
                  </a:schemeClr>
                </a:solidFill>
                <a:latin typeface="Calibri"/>
                <a:ea typeface="Calibri"/>
                <a:cs typeface="Times New Roman"/>
              </a:rPr>
              <a:t>Данные для машинного обучения</a:t>
            </a:r>
            <a:endParaRPr lang="ru-RU" sz="4000">
              <a:solidFill>
                <a:schemeClr val="tx2">
                  <a:lumMod val="75000"/>
                </a:schemeClr>
              </a:solidFill>
            </a:endParaRPr>
          </a:p>
        </p:txBody>
      </p:sp>
      <p:sp>
        <p:nvSpPr>
          <p:cNvPr id="3" name="TextBox 2"/>
          <p:cNvSpPr txBox="1"/>
          <p:nvPr/>
        </p:nvSpPr>
        <p:spPr bwMode="auto">
          <a:xfrm>
            <a:off x="328246" y="624947"/>
            <a:ext cx="251317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ru-RU" sz="2400" b="1" i="1">
                <a:solidFill>
                  <a:schemeClr val="accent2">
                    <a:lumMod val="50000"/>
                  </a:schemeClr>
                </a:solidFill>
                <a:latin typeface="Calibri"/>
                <a:ea typeface="Calibri"/>
                <a:cs typeface="Times New Roman"/>
              </a:rPr>
              <a:t>Источники</a:t>
            </a:r>
            <a:r>
              <a:rPr lang="en-US" sz="2400" b="1" i="1">
                <a:solidFill>
                  <a:schemeClr val="accent2">
                    <a:lumMod val="50000"/>
                  </a:schemeClr>
                </a:solidFill>
                <a:latin typeface="Calibri"/>
                <a:ea typeface="Calibri"/>
                <a:cs typeface="Times New Roman"/>
              </a:rPr>
              <a:t>:</a:t>
            </a:r>
            <a:endParaRPr lang="ru-RU" sz="2400" b="1" i="1">
              <a:solidFill>
                <a:schemeClr val="accent2">
                  <a:lumMod val="50000"/>
                </a:schemeClr>
              </a:solidFill>
            </a:endParaRPr>
          </a:p>
        </p:txBody>
      </p:sp>
      <p:graphicFrame>
        <p:nvGraphicFramePr>
          <p:cNvPr id="5" name="Таблица 4"/>
          <p:cNvGraphicFramePr>
            <a:graphicFrameLocks noGrp="1"/>
          </p:cNvGraphicFramePr>
          <p:nvPr/>
        </p:nvGraphicFramePr>
        <p:xfrm>
          <a:off x="2848708" y="624947"/>
          <a:ext cx="9155725" cy="6044962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87044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28528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49572">
                <a:tc gridSpan="2"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lang="ru-RU" sz="1200" b="0"/>
                        <a:t>Входные данные</a:t>
                      </a:r>
                      <a:endParaRPr lang="ru-RU" sz="1200" b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36193" marR="36193" marT="0" marB="0" anchor="ctr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9993"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lang="ru-RU" sz="1200" b="0"/>
                        <a:t>famsize</a:t>
                      </a:r>
                      <a:endParaRPr lang="ru-RU" sz="1200" b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36193" marR="36193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lang="ru-RU" sz="1200" b="0"/>
                        <a:t>Размер семьи. Значения: “</a:t>
                      </a:r>
                      <a:r>
                        <a:rPr lang="en-US" sz="1200" b="0"/>
                        <a:t>LE</a:t>
                      </a:r>
                      <a:r>
                        <a:rPr lang="ru-RU" sz="1200" b="0"/>
                        <a:t>3”-Трое человек или менее, "</a:t>
                      </a:r>
                      <a:r>
                        <a:rPr lang="en-US" sz="1200" b="0"/>
                        <a:t>GT</a:t>
                      </a:r>
                      <a:r>
                        <a:rPr lang="ru-RU" sz="1200" b="0"/>
                        <a:t>3"-Более трех человек</a:t>
                      </a:r>
                      <a:endParaRPr lang="ru-RU" sz="1200" b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36193" marR="36193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0533"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lang="ru-RU" sz="1200" b="0"/>
                        <a:t>Pstatus</a:t>
                      </a:r>
                      <a:endParaRPr lang="ru-RU" sz="1200" b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36193" marR="36193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lang="ru-RU" sz="1200" b="0"/>
                        <a:t>Родители живут вместе или отдельно. Значения: "T"-Живут вместе, "A"-Раздельно</a:t>
                      </a:r>
                      <a:endParaRPr lang="ru-RU" sz="1200" b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36193" marR="36193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9572"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lang="ru-RU" sz="1200" b="0"/>
                        <a:t>Medu</a:t>
                      </a:r>
                      <a:endParaRPr lang="ru-RU" sz="1200" b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36193" marR="36193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lang="ru-RU" sz="1200" b="0"/>
                        <a:t>Уровень образования матери. Уровень образования от 0 до 4</a:t>
                      </a:r>
                      <a:endParaRPr lang="ru-RU" sz="1200" b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36193" marR="36193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9572"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lang="ru-RU" sz="1200" b="0"/>
                        <a:t>Fedu</a:t>
                      </a:r>
                      <a:endParaRPr lang="ru-RU" sz="1200" b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36193" marR="36193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lang="ru-RU" sz="1200" b="0"/>
                        <a:t>Уровень образования отца. Уровень образования от 0 до 4</a:t>
                      </a:r>
                      <a:endParaRPr lang="ru-RU" sz="1200" b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36193" marR="36193" marT="0" marB="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27876"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lang="ru-RU" sz="1200" b="0"/>
                        <a:t>Mjob</a:t>
                      </a:r>
                      <a:endParaRPr lang="ru-RU" sz="1200" b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36193" marR="36193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lang="ru-RU" sz="1200" b="0"/>
                        <a:t>Тип работы матери. "teacher"-Сфера образования, "health"-Сфера здравоохранения, "services"- Военная/гос./гражданская служба, "at_home"-Домохозяйство, "other"-Другое</a:t>
                      </a:r>
                      <a:endParaRPr lang="ru-RU" sz="1200" b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36193" marR="36193" marT="0" marB="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27876"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lang="ru-RU" sz="1200" b="0"/>
                        <a:t>Fjob</a:t>
                      </a:r>
                      <a:endParaRPr lang="ru-RU" sz="1200" b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36193" marR="36193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lang="ru-RU" sz="1200" b="0"/>
                        <a:t>Тип работы отца. "teacher"-Сфера образования, "health"-Сфера здравоохранения, "services"- Военная/гос./гражданская служба, "at_home"-Домохозяйство, "other"-Другое</a:t>
                      </a:r>
                      <a:endParaRPr lang="ru-RU" sz="1200" b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36193" marR="36193" marT="0" marB="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56800"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lang="ru-RU" sz="1200" b="0"/>
                        <a:t>guardian</a:t>
                      </a:r>
                      <a:endParaRPr lang="ru-RU" sz="1200" b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36193" marR="36193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lang="ru-RU" sz="1200" b="0"/>
                        <a:t>Помогает в учебе (наставник). "mother"-Мама, "father"- Папа, "other"-Другой наставник</a:t>
                      </a:r>
                      <a:endParaRPr lang="ru-RU" sz="1200" b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36193" marR="36193" marT="0" marB="0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49572"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lang="ru-RU" sz="1200" b="0"/>
                        <a:t>studytime</a:t>
                      </a:r>
                      <a:endParaRPr lang="ru-RU" sz="1200" b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36193" marR="36193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lang="ru-RU" sz="1200" b="0"/>
                        <a:t>Занимаетесь математикой (часов в неделю). "1"-Менее 2 часов, "2"-От 2 до 5 часов, "3"- От 5 до 10 часов, "4"-Более 10 часов</a:t>
                      </a:r>
                      <a:endParaRPr lang="ru-RU" sz="1200" b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36193" marR="36193" marT="0" marB="0"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49572"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lang="ru-RU" sz="1200" b="0"/>
                        <a:t>schoolsup</a:t>
                      </a:r>
                      <a:endParaRPr lang="ru-RU" sz="1200" b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36193" marR="36193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lang="ru-RU" sz="1200" b="0"/>
                        <a:t>Дополнительная образовательная поддержка. "yes"-Да, "no"-Нет</a:t>
                      </a:r>
                      <a:endParaRPr lang="ru-RU" sz="1200" b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36193" marR="36193" marT="0" marB="0" anchor="ctr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49572"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lang="ru-RU" sz="1200" b="0"/>
                        <a:t>famsup</a:t>
                      </a:r>
                      <a:endParaRPr lang="ru-RU" sz="1200" b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36193" marR="36193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lang="ru-RU" sz="1200" b="0"/>
                        <a:t>Помогают ли члены семьи Вам с математикой. "yes"-Да, "no"-Нет</a:t>
                      </a:r>
                      <a:endParaRPr lang="ru-RU" sz="1200" b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36193" marR="36193" marT="0" marB="0" anchor="ctr"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49572"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lang="ru-RU" sz="1200" b="0"/>
                        <a:t>paid</a:t>
                      </a:r>
                      <a:endParaRPr lang="ru-RU" sz="1200" b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36193" marR="36193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lang="ru-RU" sz="1200" b="0"/>
                        <a:t>Доп. платные занятия по математике."yes"-Да, "no"-Нет</a:t>
                      </a:r>
                      <a:endParaRPr lang="ru-RU" sz="1200" b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36193" marR="36193" marT="0" marB="0" anchor="ctr"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49572"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lang="ru-RU" sz="1200" b="0"/>
                        <a:t>activities</a:t>
                      </a:r>
                      <a:endParaRPr lang="ru-RU" sz="1200" b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36193" marR="36193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lang="ru-RU" sz="1200" b="0"/>
                        <a:t>Участвуете ли во внеклассных мероприятиях."yes"-Да, "no"-Нет</a:t>
                      </a:r>
                      <a:endParaRPr lang="ru-RU" sz="1200" b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36193" marR="36193" marT="0" marB="0" anchor="ctr"/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49572"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lang="ru-RU" sz="1200" b="0"/>
                        <a:t>nursery</a:t>
                      </a:r>
                      <a:endParaRPr lang="ru-RU" sz="1200" b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36193" marR="36193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lang="ru-RU" sz="1200" b="0"/>
                        <a:t>Посещали ли до школы детский сад."yes"-Да, "no"-Нет</a:t>
                      </a:r>
                      <a:endParaRPr lang="ru-RU" sz="1200" b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36193" marR="36193" marT="0" marB="0" anchor="ctr"/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49572"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lang="ru-RU" sz="1200" b="0"/>
                        <a:t>higher</a:t>
                      </a:r>
                      <a:endParaRPr lang="ru-RU" sz="1200" b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36193" marR="36193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lang="ru-RU" sz="1200" b="0"/>
                        <a:t>Планируете ли получать высшее образование."yes"-Да, "no"-Нет</a:t>
                      </a:r>
                      <a:endParaRPr lang="ru-RU" sz="1200" b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36193" marR="36193" marT="0" marB="0" anchor="ctr"/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49572"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lang="ru-RU" sz="1200" b="0"/>
                        <a:t>internet</a:t>
                      </a:r>
                      <a:endParaRPr lang="ru-RU" sz="1200" b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36193" marR="36193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lang="ru-RU" sz="1200" b="0"/>
                        <a:t>Есть ли дома доступ в интернет."yes"-Да, "no"-Нет</a:t>
                      </a:r>
                      <a:endParaRPr lang="ru-RU" sz="1200" b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36193" marR="36193" marT="0" marB="0" anchor="ctr"/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49572"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lang="ru-RU" sz="1200" b="0"/>
                        <a:t>freetime</a:t>
                      </a:r>
                      <a:endParaRPr lang="ru-RU" sz="1200" b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36193" marR="36193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lang="ru-RU" sz="1200" b="0"/>
                        <a:t>Свободное время после школы. "1"-Совсем нет,"2"-Есть немного,"3"-Бывает мало, бывает много,"4"-Много,"5"-Очень много</a:t>
                      </a:r>
                      <a:endParaRPr lang="ru-RU" sz="1200" b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36193" marR="36193" marT="0" marB="0" anchor="ctr"/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527876"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lang="ru-RU" sz="1200" b="0"/>
                        <a:t>health</a:t>
                      </a:r>
                      <a:endParaRPr lang="ru-RU" sz="1200" b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36193" marR="36193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lang="ru-RU" sz="1200" b="0"/>
                        <a:t>Текущее состояние здоровья. "1"-Очень плохое, "2-Плохое, "3"-Среднее, "4"-Здоров(а), но есть малые нюансы, "5"-Полносью здоров(а), ничего не беспокоит</a:t>
                      </a:r>
                      <a:endParaRPr lang="ru-RU" sz="1200" b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36193" marR="36193" marT="0" marB="0" anchor="ctr"/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49572">
                <a:tc gridSpan="2"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lang="ru-RU" sz="1200" b="0"/>
                        <a:t>Метка (Выходные данные)</a:t>
                      </a:r>
                      <a:endParaRPr lang="ru-RU" sz="1200" b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36193" marR="36193" marT="0" marB="0" anchor="ctr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49572"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lang="ru-RU" sz="1200" b="0"/>
                        <a:t>OutMarker</a:t>
                      </a:r>
                      <a:endParaRPr lang="ru-RU" sz="1200" b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36193" marR="36193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lang="ru-RU" sz="1200" b="0"/>
                        <a:t>Успеваемость по математике. Оценка от 2 до 5</a:t>
                      </a:r>
                      <a:endParaRPr lang="ru-RU" sz="1200" b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36193" marR="36193" marT="0" marB="0" anchor="ctr"/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</a:tbl>
          </a:graphicData>
        </a:graphic>
      </p:graphicFrame>
      <p:graphicFrame>
        <p:nvGraphicFramePr>
          <p:cNvPr id="6" name="Схема 5"/>
          <p:cNvGraphicFramePr>
            <a:graphicFrameLocks/>
          </p:cNvGraphicFramePr>
          <p:nvPr/>
        </p:nvGraphicFramePr>
        <p:xfrm>
          <a:off x="187567" y="1086612"/>
          <a:ext cx="2358684" cy="278200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 bwMode="auto">
          <a:xfrm>
            <a:off x="6599753" y="446944"/>
            <a:ext cx="1092859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ru-RU" sz="4000">
                <a:solidFill>
                  <a:schemeClr val="tx2">
                    <a:lumMod val="75000"/>
                  </a:schemeClr>
                </a:solidFill>
                <a:latin typeface="Calibri"/>
                <a:ea typeface="Calibri"/>
                <a:cs typeface="Times New Roman"/>
              </a:rPr>
              <a:t>Нейронная сеть модели</a:t>
            </a:r>
            <a:endParaRPr lang="ru-RU" sz="4000">
              <a:solidFill>
                <a:schemeClr val="tx2">
                  <a:lumMod val="75000"/>
                </a:schemeClr>
              </a:solidFill>
            </a:endParaRPr>
          </a:p>
        </p:txBody>
      </p:sp>
      <p:pic>
        <p:nvPicPr>
          <p:cNvPr id="174" name="Рисунок 173"/>
          <p:cNvPicPr>
            <a:picLocks noChangeAspect="1"/>
          </p:cNvPicPr>
          <p:nvPr/>
        </p:nvPicPr>
        <p:blipFill>
          <a:blip r:embed="rId2"/>
          <a:stretch/>
        </p:blipFill>
        <p:spPr bwMode="auto">
          <a:xfrm>
            <a:off x="852613" y="235928"/>
            <a:ext cx="4887829" cy="6858000"/>
          </a:xfrm>
          <a:prstGeom prst="rect">
            <a:avLst/>
          </a:prstGeom>
        </p:spPr>
      </p:pic>
      <p:graphicFrame>
        <p:nvGraphicFramePr>
          <p:cNvPr id="176" name="Схема 175"/>
          <p:cNvGraphicFramePr>
            <a:graphicFrameLocks/>
          </p:cNvGraphicFramePr>
          <p:nvPr/>
        </p:nvGraphicFramePr>
        <p:xfrm>
          <a:off x="6599753" y="1452371"/>
          <a:ext cx="5231176" cy="424504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>
          <a:blip r:embed="rId2">
            <a:alphaModFix amt="76000"/>
            <a:lum/>
          </a:blip>
          <a:srcRect l="8800" t="-3225" r="-11200" b="16129"/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 bwMode="auto">
          <a:xfrm>
            <a:off x="473516" y="234604"/>
            <a:ext cx="483923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en-US" sz="4000">
                <a:solidFill>
                  <a:schemeClr val="tx2">
                    <a:lumMod val="75000"/>
                  </a:schemeClr>
                </a:solidFill>
                <a:latin typeface="Calibri"/>
                <a:ea typeface="Calibri"/>
                <a:cs typeface="Times New Roman"/>
              </a:rPr>
              <a:t>Web </a:t>
            </a:r>
            <a:r>
              <a:rPr lang="ru-RU" sz="4000">
                <a:solidFill>
                  <a:schemeClr val="tx2">
                    <a:lumMod val="75000"/>
                  </a:schemeClr>
                </a:solidFill>
                <a:latin typeface="Calibri"/>
                <a:ea typeface="Calibri"/>
                <a:cs typeface="Times New Roman"/>
              </a:rPr>
              <a:t>приложение</a:t>
            </a:r>
            <a:endParaRPr lang="ru-RU" sz="4000">
              <a:solidFill>
                <a:schemeClr val="tx2">
                  <a:lumMod val="75000"/>
                </a:schemeClr>
              </a:solidFill>
            </a:endParaRPr>
          </a:p>
        </p:txBody>
      </p:sp>
      <p:sp>
        <p:nvSpPr>
          <p:cNvPr id="6" name="TextBox 5"/>
          <p:cNvSpPr txBox="1"/>
          <p:nvPr/>
        </p:nvSpPr>
        <p:spPr bwMode="auto">
          <a:xfrm>
            <a:off x="255806" y="2107000"/>
            <a:ext cx="440059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en-US" sz="2400">
                <a:solidFill>
                  <a:schemeClr val="accent2">
                    <a:lumMod val="50000"/>
                  </a:schemeClr>
                </a:solidFill>
              </a:rPr>
              <a:t>https://ml-project.publicvm.com/</a:t>
            </a:r>
            <a:endParaRPr lang="ru-RU" sz="2400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7" name="TextBox 6"/>
          <p:cNvSpPr txBox="1"/>
          <p:nvPr/>
        </p:nvSpPr>
        <p:spPr bwMode="auto">
          <a:xfrm>
            <a:off x="255806" y="1522225"/>
            <a:ext cx="483923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en-US" sz="3200">
                <a:solidFill>
                  <a:schemeClr val="tx2">
                    <a:lumMod val="75000"/>
                  </a:schemeClr>
                </a:solidFill>
                <a:latin typeface="Calibri"/>
                <a:ea typeface="Calibri"/>
                <a:cs typeface="Times New Roman"/>
              </a:rPr>
              <a:t>URL:</a:t>
            </a:r>
            <a:endParaRPr lang="ru-RU" sz="3200">
              <a:solidFill>
                <a:schemeClr val="tx2">
                  <a:lumMod val="75000"/>
                </a:schemeClr>
              </a:solidFill>
            </a:endParaRPr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1303556" y="2768689"/>
            <a:ext cx="2909424" cy="2909424"/>
          </a:xfrm>
          <a:prstGeom prst="rect">
            <a:avLst/>
          </a:prstGeom>
        </p:spPr>
      </p:pic>
      <p:pic>
        <p:nvPicPr>
          <p:cNvPr id="5" name="Рисунок 4"/>
          <p:cNvPicPr>
            <a:picLocks noChangeAspect="1"/>
          </p:cNvPicPr>
          <p:nvPr/>
        </p:nvPicPr>
        <p:blipFill>
          <a:blip r:embed="rId4"/>
          <a:srcRect t="8265"/>
          <a:stretch/>
        </p:blipFill>
        <p:spPr bwMode="auto">
          <a:xfrm>
            <a:off x="5994815" y="381071"/>
            <a:ext cx="5723669" cy="6095858"/>
          </a:xfrm>
          <a:prstGeom prst="rect">
            <a:avLst/>
          </a:prstGeom>
          <a:ln w="15875">
            <a:solidFill>
              <a:schemeClr val="bg2">
                <a:lumMod val="75000"/>
              </a:schemeClr>
            </a:solidFill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>
          <a:blip r:embed="rId2">
            <a:alphaModFix amt="86000"/>
            <a:lum/>
          </a:blip>
          <a:srcRect l="-16666" t="-8823" r="7575" b="17646"/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 bwMode="auto">
          <a:xfrm>
            <a:off x="7279105" y="106583"/>
            <a:ext cx="435663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en-US" sz="4000">
                <a:solidFill>
                  <a:schemeClr val="tx2">
                    <a:lumMod val="75000"/>
                  </a:schemeClr>
                </a:solidFill>
                <a:latin typeface="Calibri"/>
                <a:ea typeface="Calibri"/>
                <a:cs typeface="Times New Roman"/>
              </a:rPr>
              <a:t>Web </a:t>
            </a:r>
            <a:r>
              <a:rPr lang="ru-RU" sz="4000">
                <a:solidFill>
                  <a:schemeClr val="tx2">
                    <a:lumMod val="75000"/>
                  </a:schemeClr>
                </a:solidFill>
                <a:latin typeface="Calibri"/>
                <a:ea typeface="Calibri"/>
                <a:cs typeface="Times New Roman"/>
              </a:rPr>
              <a:t>приложение</a:t>
            </a:r>
            <a:endParaRPr lang="ru-RU" sz="4000">
              <a:solidFill>
                <a:schemeClr val="tx2">
                  <a:lumMod val="75000"/>
                </a:schemeClr>
              </a:solidFill>
            </a:endParaRPr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439786" y="233242"/>
            <a:ext cx="5656214" cy="6391515"/>
          </a:xfrm>
          <a:prstGeom prst="rect">
            <a:avLst/>
          </a:prstGeom>
          <a:ln w="15875">
            <a:solidFill>
              <a:schemeClr val="bg2">
                <a:lumMod val="75000"/>
              </a:schemeClr>
            </a:solidFill>
          </a:ln>
        </p:spPr>
      </p:pic>
      <p:pic>
        <p:nvPicPr>
          <p:cNvPr id="4" name="Рисунок 3" descr="Назад со сплошной заливкой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 rot="20204382">
            <a:off x="5245128" y="5136819"/>
            <a:ext cx="2360326" cy="685396"/>
          </a:xfrm>
          <a:prstGeom prst="rect">
            <a:avLst/>
          </a:prstGeom>
        </p:spPr>
      </p:pic>
      <p:pic>
        <p:nvPicPr>
          <p:cNvPr id="6" name="Рисунок 5" descr="Изображение выглядит как текст, снимок экрана&#10;&#10;Содержимое, созданное искусственным интеллектом, может быть неверным."/>
          <p:cNvPicPr>
            <a:picLocks noChangeAspect="1"/>
          </p:cNvPicPr>
          <p:nvPr/>
        </p:nvPicPr>
        <p:blipFill>
          <a:blip r:embed="rId5"/>
          <a:stretch/>
        </p:blipFill>
        <p:spPr bwMode="auto">
          <a:xfrm>
            <a:off x="7462119" y="978427"/>
            <a:ext cx="3701743" cy="5646331"/>
          </a:xfrm>
          <a:prstGeom prst="rect">
            <a:avLst/>
          </a:prstGeom>
          <a:ln w="15875">
            <a:solidFill>
              <a:schemeClr val="bg2">
                <a:lumMod val="75000"/>
              </a:schemeClr>
            </a:solidFill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>
          <a:blip r:embed="rId2">
            <a:alphaModFix amt="59000"/>
            <a:lum/>
          </a:blip>
          <a:srcRect t="8333" b="8332"/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 bwMode="auto">
          <a:xfrm>
            <a:off x="973373" y="210276"/>
            <a:ext cx="782903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ru-RU" sz="4000" dirty="0">
                <a:solidFill>
                  <a:schemeClr val="tx2">
                    <a:lumMod val="75000"/>
                  </a:schemeClr>
                </a:solidFill>
                <a:latin typeface="Calibri"/>
                <a:ea typeface="Calibri"/>
                <a:cs typeface="Times New Roman"/>
              </a:rPr>
              <a:t>Заключение</a:t>
            </a:r>
            <a:endParaRPr lang="ru-RU" sz="4000" dirty="0">
              <a:solidFill>
                <a:schemeClr val="tx2">
                  <a:lumMod val="75000"/>
                </a:schemeClr>
              </a:solidFill>
            </a:endParaRPr>
          </a:p>
        </p:txBody>
      </p:sp>
      <p:pic>
        <p:nvPicPr>
          <p:cNvPr id="1026" name="Picture 2" descr="Ноутбук в подарок ребенку: какой купить настольный ПК качественный и  недорогой - Педагогический портал «О детстве»"/>
          <p:cNvPicPr>
            <a:picLocks noChangeAspect="1" noChangeArrowheads="1"/>
          </p:cNvPicPr>
          <p:nvPr/>
        </p:nvPicPr>
        <p:blipFill>
          <a:blip r:embed="rId3"/>
          <a:stretch/>
        </p:blipFill>
        <p:spPr bwMode="auto">
          <a:xfrm>
            <a:off x="973373" y="1099749"/>
            <a:ext cx="4171121" cy="2780747"/>
          </a:xfrm>
          <a:prstGeom prst="rect">
            <a:avLst/>
          </a:prstGeom>
          <a:noFill/>
        </p:spPr>
      </p:pic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4"/>
          <a:stretch/>
        </p:blipFill>
        <p:spPr bwMode="auto">
          <a:xfrm>
            <a:off x="6095999" y="4132377"/>
            <a:ext cx="4658936" cy="2470813"/>
          </a:xfrm>
          <a:prstGeom prst="rect">
            <a:avLst/>
          </a:prstGeom>
          <a:noFill/>
        </p:spPr>
      </p:pic>
      <p:sp>
        <p:nvSpPr>
          <p:cNvPr id="2" name="TextBox 1"/>
          <p:cNvSpPr txBox="1"/>
          <p:nvPr/>
        </p:nvSpPr>
        <p:spPr bwMode="auto">
          <a:xfrm>
            <a:off x="973372" y="4132377"/>
            <a:ext cx="4370623" cy="24387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ru-RU" sz="2200">
                <a:solidFill>
                  <a:schemeClr val="tx2">
                    <a:lumMod val="75000"/>
                  </a:schemeClr>
                </a:solidFill>
                <a:latin typeface="Times New Roman"/>
                <a:ea typeface="Calibri"/>
              </a:rPr>
              <a:t>На протяжении всего проекта мы узнали много нового про машинное обучение. Навыки сбора данных для машинного обучения и написания моделей ИИ могут пригодится для решения более сложных задач</a:t>
            </a:r>
            <a:endParaRPr lang="ru-RU">
              <a:solidFill>
                <a:schemeClr val="tx2">
                  <a:lumMod val="75000"/>
                </a:schemeClr>
              </a:solidFill>
            </a:endParaRPr>
          </a:p>
        </p:txBody>
      </p:sp>
      <p:sp>
        <p:nvSpPr>
          <p:cNvPr id="3" name="TextBox 2"/>
          <p:cNvSpPr txBox="1"/>
          <p:nvPr/>
        </p:nvSpPr>
        <p:spPr bwMode="auto">
          <a:xfrm>
            <a:off x="6260667" y="1566473"/>
            <a:ext cx="4329599" cy="14329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ru-RU" sz="2200">
                <a:solidFill>
                  <a:schemeClr val="tx2">
                    <a:lumMod val="75000"/>
                  </a:schemeClr>
                </a:solidFill>
                <a:latin typeface="Times New Roman"/>
                <a:ea typeface="Calibri"/>
              </a:rPr>
              <a:t>В процессе тестирования были выявлены моменты, которые можно улучшить в следующих версиях.</a:t>
            </a:r>
            <a:endParaRPr lang="ru-RU" sz="2200">
              <a:solidFill>
                <a:schemeClr val="tx2">
                  <a:lumMod val="75000"/>
                </a:schemeClr>
              </a:solidFill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>
          <a:blip r:embed="rId2">
            <a:alphaModFix amt="59000"/>
            <a:lum/>
          </a:blip>
          <a:srcRect t="8333" b="8332"/>
          <a:stretch/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DE23E96-F10E-E9EB-812C-D3F50AC09F81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E06D89A-D342-6AFA-7D27-D4A79F290BBE}"/>
              </a:ext>
            </a:extLst>
          </p:cNvPr>
          <p:cNvSpPr txBox="1"/>
          <p:nvPr/>
        </p:nvSpPr>
        <p:spPr bwMode="auto">
          <a:xfrm>
            <a:off x="2346149" y="139982"/>
            <a:ext cx="782903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ru-RU" sz="4000" dirty="0">
                <a:solidFill>
                  <a:schemeClr val="tx2">
                    <a:lumMod val="75000"/>
                  </a:schemeClr>
                </a:solidFill>
                <a:latin typeface="Calibri"/>
                <a:ea typeface="Calibri"/>
                <a:cs typeface="Times New Roman"/>
              </a:rPr>
              <a:t>Список источников информации</a:t>
            </a:r>
            <a:endParaRPr lang="ru-RU" sz="4000" dirty="0">
              <a:solidFill>
                <a:schemeClr val="tx2">
                  <a:lumMod val="75000"/>
                </a:schemeClr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AC1B116-F034-7F90-4244-1F8ED22A154D}"/>
              </a:ext>
            </a:extLst>
          </p:cNvPr>
          <p:cNvSpPr txBox="1"/>
          <p:nvPr/>
        </p:nvSpPr>
        <p:spPr>
          <a:xfrm>
            <a:off x="1910050" y="1791693"/>
            <a:ext cx="9386306" cy="32746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lvl="0" indent="-342900">
              <a:lnSpc>
                <a:spcPct val="150000"/>
              </a:lnSpc>
              <a:buSzPts val="1300"/>
              <a:buFont typeface="+mj-lt"/>
              <a:buAutoNum type="arabicPeriod"/>
            </a:pPr>
            <a:r>
              <a:rPr lang="ru-RU" sz="20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Calibri" panose="020F0502020204030204" pitchFamily="34" charset="0"/>
              </a:rPr>
              <a:t>Джейсон Бриггс. Python для детей, 2017</a:t>
            </a:r>
            <a:endParaRPr lang="ru-RU" sz="2000" dirty="0"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342900" lvl="0" indent="-342900">
              <a:lnSpc>
                <a:spcPct val="150000"/>
              </a:lnSpc>
              <a:buSzPts val="1300"/>
              <a:buFont typeface="+mj-lt"/>
              <a:buAutoNum type="arabicPeriod"/>
            </a:pPr>
            <a:r>
              <a:rPr lang="ru-RU" sz="20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Calibri" panose="020F0502020204030204" pitchFamily="34" charset="0"/>
              </a:rPr>
              <a:t>Оливер </a:t>
            </a:r>
            <a:r>
              <a:rPr lang="ru-RU" sz="20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Calibri" panose="020F0502020204030204" pitchFamily="34" charset="0"/>
              </a:rPr>
              <a:t>Теобальд</a:t>
            </a:r>
            <a:r>
              <a:rPr lang="ru-RU" sz="20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Calibri" panose="020F0502020204030204" pitchFamily="34" charset="0"/>
              </a:rPr>
              <a:t>. Машинное обучение для абсолютных новичков. Вводный курс, изложенный простым языком, 2024</a:t>
            </a:r>
            <a:endParaRPr lang="ru-RU" sz="2000" dirty="0"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342900" lvl="0" indent="-342900">
              <a:lnSpc>
                <a:spcPct val="150000"/>
              </a:lnSpc>
              <a:buSzPts val="1300"/>
              <a:buFont typeface="+mj-lt"/>
              <a:buAutoNum type="arabicPeriod"/>
            </a:pPr>
            <a:r>
              <a:rPr lang="ru-RU" sz="20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Calibri" panose="020F0502020204030204" pitchFamily="34" charset="0"/>
              </a:rPr>
              <a:t>Гринберг М. Разработка веб-приложений с использованием </a:t>
            </a:r>
            <a:r>
              <a:rPr lang="ru-RU" sz="20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Calibri" panose="020F0502020204030204" pitchFamily="34" charset="0"/>
              </a:rPr>
              <a:t>Flask</a:t>
            </a:r>
            <a:r>
              <a:rPr lang="ru-RU" sz="20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Calibri" panose="020F0502020204030204" pitchFamily="34" charset="0"/>
              </a:rPr>
              <a:t> на языке Python, 2017</a:t>
            </a:r>
            <a:endParaRPr lang="ru-RU" sz="2000" dirty="0"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342900" lvl="0" indent="-342900">
              <a:lnSpc>
                <a:spcPct val="150000"/>
              </a:lnSpc>
              <a:spcAft>
                <a:spcPts val="1000"/>
              </a:spcAft>
              <a:buSzPts val="1300"/>
              <a:buFont typeface="+mj-lt"/>
              <a:buAutoNum type="arabicPeriod"/>
            </a:pPr>
            <a:r>
              <a:rPr lang="ru-RU" sz="20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Calibri" panose="020F0502020204030204" pitchFamily="34" charset="0"/>
              </a:rPr>
              <a:t>Краткое руководство по </a:t>
            </a:r>
            <a:r>
              <a:rPr lang="ru-RU" sz="20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Calibri" panose="020F0502020204030204" pitchFamily="34" charset="0"/>
              </a:rPr>
              <a:t>Tensorflow</a:t>
            </a:r>
            <a:r>
              <a:rPr lang="ru-RU" sz="20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Calibri" panose="020F0502020204030204" pitchFamily="34" charset="0"/>
              </a:rPr>
              <a:t>: </a:t>
            </a:r>
            <a:r>
              <a:rPr lang="ru-RU" sz="2000" u="sng" dirty="0">
                <a:solidFill>
                  <a:srgbClr val="0000FF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Calibri" panose="020F0502020204030204" pitchFamily="34" charset="0"/>
                <a:hlinkClick r:id="rId3"/>
              </a:rPr>
              <a:t>https://pythonist.ru/kratkoe-rukovodstvo-po-tensorflow/</a:t>
            </a:r>
            <a:endParaRPr lang="ru-RU" sz="2000" dirty="0"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1766610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>
          <a:blip r:embed="rId2">
            <a:alphaModFix amt="81000"/>
            <a:lum/>
          </a:blip>
          <a:srcRect t="8333" b="8332"/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" name="TextBox 5"/>
          <p:cNvSpPr txBox="1"/>
          <p:nvPr/>
        </p:nvSpPr>
        <p:spPr bwMode="auto">
          <a:xfrm>
            <a:off x="2138288" y="1225849"/>
            <a:ext cx="8257736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ru-RU" sz="6600">
                <a:solidFill>
                  <a:schemeClr val="tx2">
                    <a:lumMod val="75000"/>
                  </a:schemeClr>
                </a:solidFill>
                <a:latin typeface="Calibri"/>
                <a:ea typeface="Calibri"/>
                <a:cs typeface="Times New Roman"/>
              </a:rPr>
              <a:t>Спасибо за внимание!</a:t>
            </a:r>
            <a:endParaRPr lang="ru-RU" sz="6600">
              <a:solidFill>
                <a:schemeClr val="tx2">
                  <a:lumMod val="75000"/>
                </a:schemeClr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Arial"/>
        <a:cs typeface="Arial"/>
      </a:majorFont>
      <a:minorFont>
        <a:latin typeface="Calibri"/>
        <a:ea typeface="Arial"/>
        <a:cs typeface="Arial"/>
      </a:minorFont>
    </a:fontScheme>
    <a:fmtScheme name="Стандартная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695</TotalTime>
  <Words>797</Words>
  <Application>Microsoft Office PowerPoint</Application>
  <DocSecurity>0</DocSecurity>
  <PresentationFormat>Широкоэкранный</PresentationFormat>
  <Paragraphs>112</Paragraphs>
  <Slides>11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11</vt:i4>
      </vt:variant>
    </vt:vector>
  </HeadingPairs>
  <TitlesOfParts>
    <vt:vector size="16" baseType="lpstr">
      <vt:lpstr>Arial</vt:lpstr>
      <vt:lpstr>Calibri</vt:lpstr>
      <vt:lpstr>Calibri Light</vt:lpstr>
      <vt:lpstr>Times New Roman</vt:lpstr>
      <vt:lpstr>Тема Office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subject/>
  <dc:creator>Aly</dc:creator>
  <cp:keywords/>
  <dc:description/>
  <cp:lastModifiedBy>Alivia</cp:lastModifiedBy>
  <cp:revision>83</cp:revision>
  <dcterms:created xsi:type="dcterms:W3CDTF">2025-01-14T13:39:54Z</dcterms:created>
  <dcterms:modified xsi:type="dcterms:W3CDTF">2026-01-19T19:16:04Z</dcterms:modified>
  <cp:category/>
  <dc:identifier/>
  <cp:contentStatus/>
  <dc:language/>
  <cp:version/>
</cp:coreProperties>
</file>