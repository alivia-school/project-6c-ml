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  <a:srgbClr val="013A45"/>
    <a:srgbClr val="5CC8D7"/>
    <a:srgbClr val="015C6F"/>
    <a:srgbClr val="D1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3C8EBE-1679-4236-8966-A19F9B537657}" type="doc">
      <dgm:prSet loTypeId="urn:microsoft.com/office/officeart/2005/8/layout/process5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524E44C9-F09F-4A6F-9270-3428B576FE7F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Выбор языка программирования, библиотек и среды разработки</a:t>
          </a:r>
        </a:p>
      </dgm:t>
    </dgm:pt>
    <dgm:pt modelId="{F822616F-42FB-4B55-952A-08CABFF7E2F1}" type="parTrans" cxnId="{2054203E-E514-4BCF-9287-2B1856CB9484}">
      <dgm:prSet/>
      <dgm:spPr/>
      <dgm:t>
        <a:bodyPr/>
        <a:lstStyle/>
        <a:p>
          <a:endParaRPr lang="ru-RU" sz="1400"/>
        </a:p>
      </dgm:t>
    </dgm:pt>
    <dgm:pt modelId="{8816656E-3D3C-4C7A-9BAD-7E63A1690CEC}" type="sibTrans" cxnId="{2054203E-E514-4BCF-9287-2B1856CB9484}">
      <dgm:prSet custT="1"/>
      <dgm:spPr/>
      <dgm:t>
        <a:bodyPr/>
        <a:lstStyle/>
        <a:p>
          <a:endParaRPr lang="ru-RU" sz="1400"/>
        </a:p>
      </dgm:t>
    </dgm:pt>
    <dgm:pt modelId="{4A9B5F7B-F8B5-4513-8159-9108D0633A49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Подготовка датасета для обучения нашей модели</a:t>
          </a:r>
        </a:p>
      </dgm:t>
    </dgm:pt>
    <dgm:pt modelId="{3B400692-D052-4D54-99B4-98853A42639D}" type="parTrans" cxnId="{EEE4A69E-7DAC-4FA5-80BE-F832AADE4FEA}">
      <dgm:prSet/>
      <dgm:spPr/>
      <dgm:t>
        <a:bodyPr/>
        <a:lstStyle/>
        <a:p>
          <a:endParaRPr lang="ru-RU" sz="1400"/>
        </a:p>
      </dgm:t>
    </dgm:pt>
    <dgm:pt modelId="{E31EBE2D-37EB-4FE1-B145-9C2D0D74939D}" type="sibTrans" cxnId="{EEE4A69E-7DAC-4FA5-80BE-F832AADE4FEA}">
      <dgm:prSet custT="1"/>
      <dgm:spPr/>
      <dgm:t>
        <a:bodyPr/>
        <a:lstStyle/>
        <a:p>
          <a:endParaRPr lang="ru-RU" sz="1400"/>
        </a:p>
      </dgm:t>
    </dgm:pt>
    <dgm:pt modelId="{97258F43-4D6B-4BCD-9EB1-39853DBABF5E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Описать модель на языке </a:t>
          </a:r>
          <a:r>
            <a:rPr lang="en-US" sz="1400" dirty="0"/>
            <a:t>Python</a:t>
          </a:r>
          <a:endParaRPr lang="ru-RU" sz="1400" dirty="0"/>
        </a:p>
      </dgm:t>
    </dgm:pt>
    <dgm:pt modelId="{4B615FC6-DACD-4009-81DB-21A0850BAF54}" type="parTrans" cxnId="{BA7D844D-FE6B-4159-AB9E-BEBF2F273B45}">
      <dgm:prSet/>
      <dgm:spPr/>
      <dgm:t>
        <a:bodyPr/>
        <a:lstStyle/>
        <a:p>
          <a:endParaRPr lang="ru-RU" sz="1400"/>
        </a:p>
      </dgm:t>
    </dgm:pt>
    <dgm:pt modelId="{F6B51E38-9E02-4D4D-95AF-1192A8C80A08}" type="sibTrans" cxnId="{BA7D844D-FE6B-4159-AB9E-BEBF2F273B45}">
      <dgm:prSet custT="1"/>
      <dgm:spPr/>
      <dgm:t>
        <a:bodyPr/>
        <a:lstStyle/>
        <a:p>
          <a:endParaRPr lang="ru-RU" sz="1400"/>
        </a:p>
      </dgm:t>
    </dgm:pt>
    <dgm:pt modelId="{6E50E966-323B-4A69-9966-9B1CFDDC8510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Спроектировать нейронную сеть для нашей модели (список слоев)</a:t>
          </a:r>
        </a:p>
      </dgm:t>
    </dgm:pt>
    <dgm:pt modelId="{A02CCFC0-43BC-46E4-A355-B1732C1C2ED6}" type="parTrans" cxnId="{8FE1FC4C-FE43-4FA7-8BF8-7CCB865996A1}">
      <dgm:prSet/>
      <dgm:spPr/>
      <dgm:t>
        <a:bodyPr/>
        <a:lstStyle/>
        <a:p>
          <a:endParaRPr lang="ru-RU" sz="1400"/>
        </a:p>
      </dgm:t>
    </dgm:pt>
    <dgm:pt modelId="{F57884D6-5D8B-458D-A026-62A8D3733C74}" type="sibTrans" cxnId="{8FE1FC4C-FE43-4FA7-8BF8-7CCB865996A1}">
      <dgm:prSet custT="1"/>
      <dgm:spPr/>
      <dgm:t>
        <a:bodyPr/>
        <a:lstStyle/>
        <a:p>
          <a:endParaRPr lang="ru-RU" sz="1400"/>
        </a:p>
      </dgm:t>
    </dgm:pt>
    <dgm:pt modelId="{747D72AC-A6D6-40FF-8F7C-EEC26570021A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Обучить и протестировать модель. Сохранить модель</a:t>
          </a:r>
        </a:p>
      </dgm:t>
    </dgm:pt>
    <dgm:pt modelId="{51294600-F5D2-49CC-8E33-958F2835725F}" type="parTrans" cxnId="{FC21BEA3-709A-4827-A749-450ECDEFF538}">
      <dgm:prSet/>
      <dgm:spPr/>
      <dgm:t>
        <a:bodyPr/>
        <a:lstStyle/>
        <a:p>
          <a:endParaRPr lang="ru-RU" sz="1400"/>
        </a:p>
      </dgm:t>
    </dgm:pt>
    <dgm:pt modelId="{729A3424-3A97-462D-BE5E-CB9C7B787FCE}" type="sibTrans" cxnId="{FC21BEA3-709A-4827-A749-450ECDEFF538}">
      <dgm:prSet/>
      <dgm:spPr/>
      <dgm:t>
        <a:bodyPr/>
        <a:lstStyle/>
        <a:p>
          <a:endParaRPr lang="ru-RU" sz="1400"/>
        </a:p>
      </dgm:t>
    </dgm:pt>
    <dgm:pt modelId="{C94B4FFD-C0E4-4084-884C-0F4649D92B3D}" type="pres">
      <dgm:prSet presAssocID="{353C8EBE-1679-4236-8966-A19F9B537657}" presName="diagram" presStyleCnt="0">
        <dgm:presLayoutVars>
          <dgm:dir/>
          <dgm:resizeHandles val="exact"/>
        </dgm:presLayoutVars>
      </dgm:prSet>
      <dgm:spPr/>
    </dgm:pt>
    <dgm:pt modelId="{A99D25A5-17C8-4F4A-87A9-81CA978F1F0A}" type="pres">
      <dgm:prSet presAssocID="{524E44C9-F09F-4A6F-9270-3428B576FE7F}" presName="node" presStyleLbl="node1" presStyleIdx="0" presStyleCnt="5">
        <dgm:presLayoutVars>
          <dgm:bulletEnabled val="1"/>
        </dgm:presLayoutVars>
      </dgm:prSet>
      <dgm:spPr/>
    </dgm:pt>
    <dgm:pt modelId="{59F6FB53-FC4F-49FF-8AFA-3056AD8D72B4}" type="pres">
      <dgm:prSet presAssocID="{8816656E-3D3C-4C7A-9BAD-7E63A1690CEC}" presName="sibTrans" presStyleLbl="sibTrans2D1" presStyleIdx="0" presStyleCnt="4"/>
      <dgm:spPr/>
    </dgm:pt>
    <dgm:pt modelId="{9A6BE580-4F1B-4903-BB54-19F9AD01F9B8}" type="pres">
      <dgm:prSet presAssocID="{8816656E-3D3C-4C7A-9BAD-7E63A1690CEC}" presName="connectorText" presStyleLbl="sibTrans2D1" presStyleIdx="0" presStyleCnt="4"/>
      <dgm:spPr/>
    </dgm:pt>
    <dgm:pt modelId="{4FE144EA-FCF0-4B26-95C0-D7207D9487E2}" type="pres">
      <dgm:prSet presAssocID="{4A9B5F7B-F8B5-4513-8159-9108D0633A49}" presName="node" presStyleLbl="node1" presStyleIdx="1" presStyleCnt="5">
        <dgm:presLayoutVars>
          <dgm:bulletEnabled val="1"/>
        </dgm:presLayoutVars>
      </dgm:prSet>
      <dgm:spPr/>
    </dgm:pt>
    <dgm:pt modelId="{0F2C0EA3-E8A5-44C3-87E0-33A7C6B8C1AC}" type="pres">
      <dgm:prSet presAssocID="{E31EBE2D-37EB-4FE1-B145-9C2D0D74939D}" presName="sibTrans" presStyleLbl="sibTrans2D1" presStyleIdx="1" presStyleCnt="4"/>
      <dgm:spPr/>
    </dgm:pt>
    <dgm:pt modelId="{11597F04-88A8-4B27-A46A-57523249D63E}" type="pres">
      <dgm:prSet presAssocID="{E31EBE2D-37EB-4FE1-B145-9C2D0D74939D}" presName="connectorText" presStyleLbl="sibTrans2D1" presStyleIdx="1" presStyleCnt="4"/>
      <dgm:spPr/>
    </dgm:pt>
    <dgm:pt modelId="{59354E04-DCC5-487A-8B9F-426B512F3DC2}" type="pres">
      <dgm:prSet presAssocID="{97258F43-4D6B-4BCD-9EB1-39853DBABF5E}" presName="node" presStyleLbl="node1" presStyleIdx="2" presStyleCnt="5">
        <dgm:presLayoutVars>
          <dgm:bulletEnabled val="1"/>
        </dgm:presLayoutVars>
      </dgm:prSet>
      <dgm:spPr/>
    </dgm:pt>
    <dgm:pt modelId="{DB6B67FF-3B41-473D-8ABB-C9A5F7F052D3}" type="pres">
      <dgm:prSet presAssocID="{F6B51E38-9E02-4D4D-95AF-1192A8C80A08}" presName="sibTrans" presStyleLbl="sibTrans2D1" presStyleIdx="2" presStyleCnt="4"/>
      <dgm:spPr/>
    </dgm:pt>
    <dgm:pt modelId="{FDE1407C-D659-4DB6-991B-FF5D47F838E0}" type="pres">
      <dgm:prSet presAssocID="{F6B51E38-9E02-4D4D-95AF-1192A8C80A08}" presName="connectorText" presStyleLbl="sibTrans2D1" presStyleIdx="2" presStyleCnt="4"/>
      <dgm:spPr/>
    </dgm:pt>
    <dgm:pt modelId="{AC726EEE-5EB0-4B56-B9E4-EBA2E46192D1}" type="pres">
      <dgm:prSet presAssocID="{6E50E966-323B-4A69-9966-9B1CFDDC8510}" presName="node" presStyleLbl="node1" presStyleIdx="3" presStyleCnt="5">
        <dgm:presLayoutVars>
          <dgm:bulletEnabled val="1"/>
        </dgm:presLayoutVars>
      </dgm:prSet>
      <dgm:spPr/>
    </dgm:pt>
    <dgm:pt modelId="{CEF46543-3C1F-4A41-9B87-EFD2FCB11722}" type="pres">
      <dgm:prSet presAssocID="{F57884D6-5D8B-458D-A026-62A8D3733C74}" presName="sibTrans" presStyleLbl="sibTrans2D1" presStyleIdx="3" presStyleCnt="4"/>
      <dgm:spPr/>
    </dgm:pt>
    <dgm:pt modelId="{E2ABFE1B-486F-48E2-806A-17FFE4384DBE}" type="pres">
      <dgm:prSet presAssocID="{F57884D6-5D8B-458D-A026-62A8D3733C74}" presName="connectorText" presStyleLbl="sibTrans2D1" presStyleIdx="3" presStyleCnt="4"/>
      <dgm:spPr/>
    </dgm:pt>
    <dgm:pt modelId="{9B45C2AD-9A21-4B74-A5E3-0FFE620BD802}" type="pres">
      <dgm:prSet presAssocID="{747D72AC-A6D6-40FF-8F7C-EEC26570021A}" presName="node" presStyleLbl="node1" presStyleIdx="4" presStyleCnt="5" custLinFactNeighborX="62102" custLinFactNeighborY="4170">
        <dgm:presLayoutVars>
          <dgm:bulletEnabled val="1"/>
        </dgm:presLayoutVars>
      </dgm:prSet>
      <dgm:spPr/>
    </dgm:pt>
  </dgm:ptLst>
  <dgm:cxnLst>
    <dgm:cxn modelId="{32476A0E-C74A-4E52-AC3A-F1350590A20F}" type="presOf" srcId="{F6B51E38-9E02-4D4D-95AF-1192A8C80A08}" destId="{DB6B67FF-3B41-473D-8ABB-C9A5F7F052D3}" srcOrd="0" destOrd="0" presId="urn:microsoft.com/office/officeart/2005/8/layout/process5"/>
    <dgm:cxn modelId="{24670016-52C4-4AFC-99A4-FFB4D6A732D1}" type="presOf" srcId="{F6B51E38-9E02-4D4D-95AF-1192A8C80A08}" destId="{FDE1407C-D659-4DB6-991B-FF5D47F838E0}" srcOrd="1" destOrd="0" presId="urn:microsoft.com/office/officeart/2005/8/layout/process5"/>
    <dgm:cxn modelId="{9FCB1D3B-F17B-4429-BB3A-F874467F13B3}" type="presOf" srcId="{353C8EBE-1679-4236-8966-A19F9B537657}" destId="{C94B4FFD-C0E4-4084-884C-0F4649D92B3D}" srcOrd="0" destOrd="0" presId="urn:microsoft.com/office/officeart/2005/8/layout/process5"/>
    <dgm:cxn modelId="{2054203E-E514-4BCF-9287-2B1856CB9484}" srcId="{353C8EBE-1679-4236-8966-A19F9B537657}" destId="{524E44C9-F09F-4A6F-9270-3428B576FE7F}" srcOrd="0" destOrd="0" parTransId="{F822616F-42FB-4B55-952A-08CABFF7E2F1}" sibTransId="{8816656E-3D3C-4C7A-9BAD-7E63A1690CEC}"/>
    <dgm:cxn modelId="{771D5669-25E6-40EC-830F-C393BE35B915}" type="presOf" srcId="{F57884D6-5D8B-458D-A026-62A8D3733C74}" destId="{CEF46543-3C1F-4A41-9B87-EFD2FCB11722}" srcOrd="0" destOrd="0" presId="urn:microsoft.com/office/officeart/2005/8/layout/process5"/>
    <dgm:cxn modelId="{8FE1FC4C-FE43-4FA7-8BF8-7CCB865996A1}" srcId="{353C8EBE-1679-4236-8966-A19F9B537657}" destId="{6E50E966-323B-4A69-9966-9B1CFDDC8510}" srcOrd="3" destOrd="0" parTransId="{A02CCFC0-43BC-46E4-A355-B1732C1C2ED6}" sibTransId="{F57884D6-5D8B-458D-A026-62A8D3733C74}"/>
    <dgm:cxn modelId="{BA7D844D-FE6B-4159-AB9E-BEBF2F273B45}" srcId="{353C8EBE-1679-4236-8966-A19F9B537657}" destId="{97258F43-4D6B-4BCD-9EB1-39853DBABF5E}" srcOrd="2" destOrd="0" parTransId="{4B615FC6-DACD-4009-81DB-21A0850BAF54}" sibTransId="{F6B51E38-9E02-4D4D-95AF-1192A8C80A08}"/>
    <dgm:cxn modelId="{F2B67B71-4CFA-40CA-A362-35CBF978B9B4}" type="presOf" srcId="{F57884D6-5D8B-458D-A026-62A8D3733C74}" destId="{E2ABFE1B-486F-48E2-806A-17FFE4384DBE}" srcOrd="1" destOrd="0" presId="urn:microsoft.com/office/officeart/2005/8/layout/process5"/>
    <dgm:cxn modelId="{47853D77-E7C5-44B8-9A74-853B883821AB}" type="presOf" srcId="{4A9B5F7B-F8B5-4513-8159-9108D0633A49}" destId="{4FE144EA-FCF0-4B26-95C0-D7207D9487E2}" srcOrd="0" destOrd="0" presId="urn:microsoft.com/office/officeart/2005/8/layout/process5"/>
    <dgm:cxn modelId="{76E9B884-0D35-4069-9647-ACABA66106FC}" type="presOf" srcId="{8816656E-3D3C-4C7A-9BAD-7E63A1690CEC}" destId="{9A6BE580-4F1B-4903-BB54-19F9AD01F9B8}" srcOrd="1" destOrd="0" presId="urn:microsoft.com/office/officeart/2005/8/layout/process5"/>
    <dgm:cxn modelId="{EEE4A69E-7DAC-4FA5-80BE-F832AADE4FEA}" srcId="{353C8EBE-1679-4236-8966-A19F9B537657}" destId="{4A9B5F7B-F8B5-4513-8159-9108D0633A49}" srcOrd="1" destOrd="0" parTransId="{3B400692-D052-4D54-99B4-98853A42639D}" sibTransId="{E31EBE2D-37EB-4FE1-B145-9C2D0D74939D}"/>
    <dgm:cxn modelId="{FC21BEA3-709A-4827-A749-450ECDEFF538}" srcId="{353C8EBE-1679-4236-8966-A19F9B537657}" destId="{747D72AC-A6D6-40FF-8F7C-EEC26570021A}" srcOrd="4" destOrd="0" parTransId="{51294600-F5D2-49CC-8E33-958F2835725F}" sibTransId="{729A3424-3A97-462D-BE5E-CB9C7B787FCE}"/>
    <dgm:cxn modelId="{3E72F0A3-7B28-4C4C-9605-FC8D22FE3D1C}" type="presOf" srcId="{E31EBE2D-37EB-4FE1-B145-9C2D0D74939D}" destId="{0F2C0EA3-E8A5-44C3-87E0-33A7C6B8C1AC}" srcOrd="0" destOrd="0" presId="urn:microsoft.com/office/officeart/2005/8/layout/process5"/>
    <dgm:cxn modelId="{8E9562A6-C1B7-4131-B7D6-40C40ED2D234}" type="presOf" srcId="{97258F43-4D6B-4BCD-9EB1-39853DBABF5E}" destId="{59354E04-DCC5-487A-8B9F-426B512F3DC2}" srcOrd="0" destOrd="0" presId="urn:microsoft.com/office/officeart/2005/8/layout/process5"/>
    <dgm:cxn modelId="{253B4FD4-0380-4198-B59E-1E7A6D2691AC}" type="presOf" srcId="{E31EBE2D-37EB-4FE1-B145-9C2D0D74939D}" destId="{11597F04-88A8-4B27-A46A-57523249D63E}" srcOrd="1" destOrd="0" presId="urn:microsoft.com/office/officeart/2005/8/layout/process5"/>
    <dgm:cxn modelId="{223170D9-0CA8-4E51-A5BE-2677E3C4899C}" type="presOf" srcId="{6E50E966-323B-4A69-9966-9B1CFDDC8510}" destId="{AC726EEE-5EB0-4B56-B9E4-EBA2E46192D1}" srcOrd="0" destOrd="0" presId="urn:microsoft.com/office/officeart/2005/8/layout/process5"/>
    <dgm:cxn modelId="{B2E354DF-23C1-456F-ABBA-E307CE999EEF}" type="presOf" srcId="{524E44C9-F09F-4A6F-9270-3428B576FE7F}" destId="{A99D25A5-17C8-4F4A-87A9-81CA978F1F0A}" srcOrd="0" destOrd="0" presId="urn:microsoft.com/office/officeart/2005/8/layout/process5"/>
    <dgm:cxn modelId="{26B511E3-7923-4195-A3B0-8879648D35B8}" type="presOf" srcId="{8816656E-3D3C-4C7A-9BAD-7E63A1690CEC}" destId="{59F6FB53-FC4F-49FF-8AFA-3056AD8D72B4}" srcOrd="0" destOrd="0" presId="urn:microsoft.com/office/officeart/2005/8/layout/process5"/>
    <dgm:cxn modelId="{08A457E9-B5E0-438E-942F-460D33746122}" type="presOf" srcId="{747D72AC-A6D6-40FF-8F7C-EEC26570021A}" destId="{9B45C2AD-9A21-4B74-A5E3-0FFE620BD802}" srcOrd="0" destOrd="0" presId="urn:microsoft.com/office/officeart/2005/8/layout/process5"/>
    <dgm:cxn modelId="{69D6DD8E-9114-4CD4-B8AA-C80510C0EB12}" type="presParOf" srcId="{C94B4FFD-C0E4-4084-884C-0F4649D92B3D}" destId="{A99D25A5-17C8-4F4A-87A9-81CA978F1F0A}" srcOrd="0" destOrd="0" presId="urn:microsoft.com/office/officeart/2005/8/layout/process5"/>
    <dgm:cxn modelId="{C907376E-C249-4EFE-BED2-8B6F8D6B1376}" type="presParOf" srcId="{C94B4FFD-C0E4-4084-884C-0F4649D92B3D}" destId="{59F6FB53-FC4F-49FF-8AFA-3056AD8D72B4}" srcOrd="1" destOrd="0" presId="urn:microsoft.com/office/officeart/2005/8/layout/process5"/>
    <dgm:cxn modelId="{CBB346A8-DB46-45C1-8067-238FCF8A1152}" type="presParOf" srcId="{59F6FB53-FC4F-49FF-8AFA-3056AD8D72B4}" destId="{9A6BE580-4F1B-4903-BB54-19F9AD01F9B8}" srcOrd="0" destOrd="0" presId="urn:microsoft.com/office/officeart/2005/8/layout/process5"/>
    <dgm:cxn modelId="{E19C7973-AE49-492F-840E-E1236DBF0B39}" type="presParOf" srcId="{C94B4FFD-C0E4-4084-884C-0F4649D92B3D}" destId="{4FE144EA-FCF0-4B26-95C0-D7207D9487E2}" srcOrd="2" destOrd="0" presId="urn:microsoft.com/office/officeart/2005/8/layout/process5"/>
    <dgm:cxn modelId="{68D97589-5127-4157-BB4E-49F315D200F1}" type="presParOf" srcId="{C94B4FFD-C0E4-4084-884C-0F4649D92B3D}" destId="{0F2C0EA3-E8A5-44C3-87E0-33A7C6B8C1AC}" srcOrd="3" destOrd="0" presId="urn:microsoft.com/office/officeart/2005/8/layout/process5"/>
    <dgm:cxn modelId="{969AFB1A-73F7-4382-8FBB-09AA55E67362}" type="presParOf" srcId="{0F2C0EA3-E8A5-44C3-87E0-33A7C6B8C1AC}" destId="{11597F04-88A8-4B27-A46A-57523249D63E}" srcOrd="0" destOrd="0" presId="urn:microsoft.com/office/officeart/2005/8/layout/process5"/>
    <dgm:cxn modelId="{FC435F9F-5BB4-4B7C-AEE0-32C6894F295D}" type="presParOf" srcId="{C94B4FFD-C0E4-4084-884C-0F4649D92B3D}" destId="{59354E04-DCC5-487A-8B9F-426B512F3DC2}" srcOrd="4" destOrd="0" presId="urn:microsoft.com/office/officeart/2005/8/layout/process5"/>
    <dgm:cxn modelId="{F032E973-695D-4A86-B7BE-0A887E0E583A}" type="presParOf" srcId="{C94B4FFD-C0E4-4084-884C-0F4649D92B3D}" destId="{DB6B67FF-3B41-473D-8ABB-C9A5F7F052D3}" srcOrd="5" destOrd="0" presId="urn:microsoft.com/office/officeart/2005/8/layout/process5"/>
    <dgm:cxn modelId="{789F98FC-CB98-4095-9972-677FD60E43E7}" type="presParOf" srcId="{DB6B67FF-3B41-473D-8ABB-C9A5F7F052D3}" destId="{FDE1407C-D659-4DB6-991B-FF5D47F838E0}" srcOrd="0" destOrd="0" presId="urn:microsoft.com/office/officeart/2005/8/layout/process5"/>
    <dgm:cxn modelId="{89AD50D8-31B0-49AC-BAC3-445C17008AD6}" type="presParOf" srcId="{C94B4FFD-C0E4-4084-884C-0F4649D92B3D}" destId="{AC726EEE-5EB0-4B56-B9E4-EBA2E46192D1}" srcOrd="6" destOrd="0" presId="urn:microsoft.com/office/officeart/2005/8/layout/process5"/>
    <dgm:cxn modelId="{C1C1A14A-5109-4AEE-B73F-471AF41EF5DD}" type="presParOf" srcId="{C94B4FFD-C0E4-4084-884C-0F4649D92B3D}" destId="{CEF46543-3C1F-4A41-9B87-EFD2FCB11722}" srcOrd="7" destOrd="0" presId="urn:microsoft.com/office/officeart/2005/8/layout/process5"/>
    <dgm:cxn modelId="{0A1BE10C-0392-42C7-BCDA-1A73FF1C34E3}" type="presParOf" srcId="{CEF46543-3C1F-4A41-9B87-EFD2FCB11722}" destId="{E2ABFE1B-486F-48E2-806A-17FFE4384DBE}" srcOrd="0" destOrd="0" presId="urn:microsoft.com/office/officeart/2005/8/layout/process5"/>
    <dgm:cxn modelId="{448F59B5-5E03-4C08-A611-0FC3CE950B83}" type="presParOf" srcId="{C94B4FFD-C0E4-4084-884C-0F4649D92B3D}" destId="{9B45C2AD-9A21-4B74-A5E3-0FFE620BD80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3C8EBE-1679-4236-8966-A19F9B537657}" type="doc">
      <dgm:prSet loTypeId="urn:microsoft.com/office/officeart/2005/8/layout/process5" loCatId="process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ru-RU"/>
        </a:p>
      </dgm:t>
    </dgm:pt>
    <dgm:pt modelId="{524E44C9-F09F-4A6F-9270-3428B576FE7F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Выбор языка программирования, библиотек и среды разработки</a:t>
          </a:r>
        </a:p>
      </dgm:t>
    </dgm:pt>
    <dgm:pt modelId="{F822616F-42FB-4B55-952A-08CABFF7E2F1}" type="parTrans" cxnId="{2054203E-E514-4BCF-9287-2B1856CB9484}">
      <dgm:prSet/>
      <dgm:spPr/>
      <dgm:t>
        <a:bodyPr/>
        <a:lstStyle/>
        <a:p>
          <a:endParaRPr lang="ru-RU" sz="1400"/>
        </a:p>
      </dgm:t>
    </dgm:pt>
    <dgm:pt modelId="{8816656E-3D3C-4C7A-9BAD-7E63A1690CEC}" type="sibTrans" cxnId="{2054203E-E514-4BCF-9287-2B1856CB9484}">
      <dgm:prSet custT="1"/>
      <dgm:spPr/>
      <dgm:t>
        <a:bodyPr/>
        <a:lstStyle/>
        <a:p>
          <a:endParaRPr lang="ru-RU" sz="1400"/>
        </a:p>
      </dgm:t>
    </dgm:pt>
    <dgm:pt modelId="{4A9B5F7B-F8B5-4513-8159-9108D0633A49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Выбрать хостинг для веб приложения</a:t>
          </a:r>
        </a:p>
      </dgm:t>
    </dgm:pt>
    <dgm:pt modelId="{3B400692-D052-4D54-99B4-98853A42639D}" type="parTrans" cxnId="{EEE4A69E-7DAC-4FA5-80BE-F832AADE4FEA}">
      <dgm:prSet/>
      <dgm:spPr/>
      <dgm:t>
        <a:bodyPr/>
        <a:lstStyle/>
        <a:p>
          <a:endParaRPr lang="ru-RU" sz="1400"/>
        </a:p>
      </dgm:t>
    </dgm:pt>
    <dgm:pt modelId="{E31EBE2D-37EB-4FE1-B145-9C2D0D74939D}" type="sibTrans" cxnId="{EEE4A69E-7DAC-4FA5-80BE-F832AADE4FEA}">
      <dgm:prSet custT="1"/>
      <dgm:spPr/>
      <dgm:t>
        <a:bodyPr/>
        <a:lstStyle/>
        <a:p>
          <a:endParaRPr lang="ru-RU" sz="1400"/>
        </a:p>
      </dgm:t>
    </dgm:pt>
    <dgm:pt modelId="{97258F43-4D6B-4BCD-9EB1-39853DBABF5E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Разработка клиентской части приложения (шаблоны </a:t>
          </a:r>
          <a:r>
            <a:rPr lang="en-US" sz="1400" dirty="0"/>
            <a:t>HTML</a:t>
          </a:r>
          <a:r>
            <a:rPr lang="ru-RU" sz="1400" dirty="0"/>
            <a:t>/стили)</a:t>
          </a:r>
        </a:p>
      </dgm:t>
    </dgm:pt>
    <dgm:pt modelId="{4B615FC6-DACD-4009-81DB-21A0850BAF54}" type="parTrans" cxnId="{BA7D844D-FE6B-4159-AB9E-BEBF2F273B45}">
      <dgm:prSet/>
      <dgm:spPr/>
      <dgm:t>
        <a:bodyPr/>
        <a:lstStyle/>
        <a:p>
          <a:endParaRPr lang="ru-RU" sz="1400"/>
        </a:p>
      </dgm:t>
    </dgm:pt>
    <dgm:pt modelId="{F6B51E38-9E02-4D4D-95AF-1192A8C80A08}" type="sibTrans" cxnId="{BA7D844D-FE6B-4159-AB9E-BEBF2F273B45}">
      <dgm:prSet custT="1"/>
      <dgm:spPr/>
      <dgm:t>
        <a:bodyPr/>
        <a:lstStyle/>
        <a:p>
          <a:endParaRPr lang="ru-RU" sz="1400"/>
        </a:p>
      </dgm:t>
    </dgm:pt>
    <dgm:pt modelId="{6E50E966-323B-4A69-9966-9B1CFDDC8510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Разработка серверной части приложения</a:t>
          </a:r>
        </a:p>
      </dgm:t>
    </dgm:pt>
    <dgm:pt modelId="{A02CCFC0-43BC-46E4-A355-B1732C1C2ED6}" type="parTrans" cxnId="{8FE1FC4C-FE43-4FA7-8BF8-7CCB865996A1}">
      <dgm:prSet/>
      <dgm:spPr/>
      <dgm:t>
        <a:bodyPr/>
        <a:lstStyle/>
        <a:p>
          <a:endParaRPr lang="ru-RU" sz="1400"/>
        </a:p>
      </dgm:t>
    </dgm:pt>
    <dgm:pt modelId="{F57884D6-5D8B-458D-A026-62A8D3733C74}" type="sibTrans" cxnId="{8FE1FC4C-FE43-4FA7-8BF8-7CCB865996A1}">
      <dgm:prSet custT="1"/>
      <dgm:spPr/>
      <dgm:t>
        <a:bodyPr/>
        <a:lstStyle/>
        <a:p>
          <a:endParaRPr lang="ru-RU" sz="1400"/>
        </a:p>
      </dgm:t>
    </dgm:pt>
    <dgm:pt modelId="{747D72AC-A6D6-40FF-8F7C-EEC26570021A}">
      <dgm:prSet phldrT="[Текст]" custT="1"/>
      <dgm:spPr/>
      <dgm:t>
        <a:bodyPr/>
        <a:lstStyle/>
        <a:p>
          <a:pPr>
            <a:buNone/>
          </a:pPr>
          <a:r>
            <a:rPr lang="ru-RU" sz="1400" dirty="0"/>
            <a:t>Тестирование веб приложения</a:t>
          </a:r>
        </a:p>
      </dgm:t>
    </dgm:pt>
    <dgm:pt modelId="{51294600-F5D2-49CC-8E33-958F2835725F}" type="parTrans" cxnId="{FC21BEA3-709A-4827-A749-450ECDEFF538}">
      <dgm:prSet/>
      <dgm:spPr/>
      <dgm:t>
        <a:bodyPr/>
        <a:lstStyle/>
        <a:p>
          <a:endParaRPr lang="ru-RU" sz="1400"/>
        </a:p>
      </dgm:t>
    </dgm:pt>
    <dgm:pt modelId="{729A3424-3A97-462D-BE5E-CB9C7B787FCE}" type="sibTrans" cxnId="{FC21BEA3-709A-4827-A749-450ECDEFF538}">
      <dgm:prSet/>
      <dgm:spPr/>
      <dgm:t>
        <a:bodyPr/>
        <a:lstStyle/>
        <a:p>
          <a:endParaRPr lang="ru-RU" sz="1400"/>
        </a:p>
      </dgm:t>
    </dgm:pt>
    <dgm:pt modelId="{C94B4FFD-C0E4-4084-884C-0F4649D92B3D}" type="pres">
      <dgm:prSet presAssocID="{353C8EBE-1679-4236-8966-A19F9B537657}" presName="diagram" presStyleCnt="0">
        <dgm:presLayoutVars>
          <dgm:dir/>
          <dgm:resizeHandles val="exact"/>
        </dgm:presLayoutVars>
      </dgm:prSet>
      <dgm:spPr/>
    </dgm:pt>
    <dgm:pt modelId="{A99D25A5-17C8-4F4A-87A9-81CA978F1F0A}" type="pres">
      <dgm:prSet presAssocID="{524E44C9-F09F-4A6F-9270-3428B576FE7F}" presName="node" presStyleLbl="node1" presStyleIdx="0" presStyleCnt="5">
        <dgm:presLayoutVars>
          <dgm:bulletEnabled val="1"/>
        </dgm:presLayoutVars>
      </dgm:prSet>
      <dgm:spPr/>
    </dgm:pt>
    <dgm:pt modelId="{59F6FB53-FC4F-49FF-8AFA-3056AD8D72B4}" type="pres">
      <dgm:prSet presAssocID="{8816656E-3D3C-4C7A-9BAD-7E63A1690CEC}" presName="sibTrans" presStyleLbl="sibTrans2D1" presStyleIdx="0" presStyleCnt="4"/>
      <dgm:spPr/>
    </dgm:pt>
    <dgm:pt modelId="{9A6BE580-4F1B-4903-BB54-19F9AD01F9B8}" type="pres">
      <dgm:prSet presAssocID="{8816656E-3D3C-4C7A-9BAD-7E63A1690CEC}" presName="connectorText" presStyleLbl="sibTrans2D1" presStyleIdx="0" presStyleCnt="4"/>
      <dgm:spPr/>
    </dgm:pt>
    <dgm:pt modelId="{4FE144EA-FCF0-4B26-95C0-D7207D9487E2}" type="pres">
      <dgm:prSet presAssocID="{4A9B5F7B-F8B5-4513-8159-9108D0633A49}" presName="node" presStyleLbl="node1" presStyleIdx="1" presStyleCnt="5">
        <dgm:presLayoutVars>
          <dgm:bulletEnabled val="1"/>
        </dgm:presLayoutVars>
      </dgm:prSet>
      <dgm:spPr/>
    </dgm:pt>
    <dgm:pt modelId="{0F2C0EA3-E8A5-44C3-87E0-33A7C6B8C1AC}" type="pres">
      <dgm:prSet presAssocID="{E31EBE2D-37EB-4FE1-B145-9C2D0D74939D}" presName="sibTrans" presStyleLbl="sibTrans2D1" presStyleIdx="1" presStyleCnt="4"/>
      <dgm:spPr/>
    </dgm:pt>
    <dgm:pt modelId="{11597F04-88A8-4B27-A46A-57523249D63E}" type="pres">
      <dgm:prSet presAssocID="{E31EBE2D-37EB-4FE1-B145-9C2D0D74939D}" presName="connectorText" presStyleLbl="sibTrans2D1" presStyleIdx="1" presStyleCnt="4"/>
      <dgm:spPr/>
    </dgm:pt>
    <dgm:pt modelId="{59354E04-DCC5-487A-8B9F-426B512F3DC2}" type="pres">
      <dgm:prSet presAssocID="{97258F43-4D6B-4BCD-9EB1-39853DBABF5E}" presName="node" presStyleLbl="node1" presStyleIdx="2" presStyleCnt="5">
        <dgm:presLayoutVars>
          <dgm:bulletEnabled val="1"/>
        </dgm:presLayoutVars>
      </dgm:prSet>
      <dgm:spPr/>
    </dgm:pt>
    <dgm:pt modelId="{DB6B67FF-3B41-473D-8ABB-C9A5F7F052D3}" type="pres">
      <dgm:prSet presAssocID="{F6B51E38-9E02-4D4D-95AF-1192A8C80A08}" presName="sibTrans" presStyleLbl="sibTrans2D1" presStyleIdx="2" presStyleCnt="4"/>
      <dgm:spPr/>
    </dgm:pt>
    <dgm:pt modelId="{FDE1407C-D659-4DB6-991B-FF5D47F838E0}" type="pres">
      <dgm:prSet presAssocID="{F6B51E38-9E02-4D4D-95AF-1192A8C80A08}" presName="connectorText" presStyleLbl="sibTrans2D1" presStyleIdx="2" presStyleCnt="4"/>
      <dgm:spPr/>
    </dgm:pt>
    <dgm:pt modelId="{AC726EEE-5EB0-4B56-B9E4-EBA2E46192D1}" type="pres">
      <dgm:prSet presAssocID="{6E50E966-323B-4A69-9966-9B1CFDDC8510}" presName="node" presStyleLbl="node1" presStyleIdx="3" presStyleCnt="5">
        <dgm:presLayoutVars>
          <dgm:bulletEnabled val="1"/>
        </dgm:presLayoutVars>
      </dgm:prSet>
      <dgm:spPr/>
    </dgm:pt>
    <dgm:pt modelId="{CEF46543-3C1F-4A41-9B87-EFD2FCB11722}" type="pres">
      <dgm:prSet presAssocID="{F57884D6-5D8B-458D-A026-62A8D3733C74}" presName="sibTrans" presStyleLbl="sibTrans2D1" presStyleIdx="3" presStyleCnt="4"/>
      <dgm:spPr/>
    </dgm:pt>
    <dgm:pt modelId="{E2ABFE1B-486F-48E2-806A-17FFE4384DBE}" type="pres">
      <dgm:prSet presAssocID="{F57884D6-5D8B-458D-A026-62A8D3733C74}" presName="connectorText" presStyleLbl="sibTrans2D1" presStyleIdx="3" presStyleCnt="4"/>
      <dgm:spPr/>
    </dgm:pt>
    <dgm:pt modelId="{9B45C2AD-9A21-4B74-A5E3-0FFE620BD802}" type="pres">
      <dgm:prSet presAssocID="{747D72AC-A6D6-40FF-8F7C-EEC26570021A}" presName="node" presStyleLbl="node1" presStyleIdx="4" presStyleCnt="5" custLinFactNeighborX="62811" custLinFactNeighborY="28">
        <dgm:presLayoutVars>
          <dgm:bulletEnabled val="1"/>
        </dgm:presLayoutVars>
      </dgm:prSet>
      <dgm:spPr/>
    </dgm:pt>
  </dgm:ptLst>
  <dgm:cxnLst>
    <dgm:cxn modelId="{32476A0E-C74A-4E52-AC3A-F1350590A20F}" type="presOf" srcId="{F6B51E38-9E02-4D4D-95AF-1192A8C80A08}" destId="{DB6B67FF-3B41-473D-8ABB-C9A5F7F052D3}" srcOrd="0" destOrd="0" presId="urn:microsoft.com/office/officeart/2005/8/layout/process5"/>
    <dgm:cxn modelId="{24670016-52C4-4AFC-99A4-FFB4D6A732D1}" type="presOf" srcId="{F6B51E38-9E02-4D4D-95AF-1192A8C80A08}" destId="{FDE1407C-D659-4DB6-991B-FF5D47F838E0}" srcOrd="1" destOrd="0" presId="urn:microsoft.com/office/officeart/2005/8/layout/process5"/>
    <dgm:cxn modelId="{9FCB1D3B-F17B-4429-BB3A-F874467F13B3}" type="presOf" srcId="{353C8EBE-1679-4236-8966-A19F9B537657}" destId="{C94B4FFD-C0E4-4084-884C-0F4649D92B3D}" srcOrd="0" destOrd="0" presId="urn:microsoft.com/office/officeart/2005/8/layout/process5"/>
    <dgm:cxn modelId="{2054203E-E514-4BCF-9287-2B1856CB9484}" srcId="{353C8EBE-1679-4236-8966-A19F9B537657}" destId="{524E44C9-F09F-4A6F-9270-3428B576FE7F}" srcOrd="0" destOrd="0" parTransId="{F822616F-42FB-4B55-952A-08CABFF7E2F1}" sibTransId="{8816656E-3D3C-4C7A-9BAD-7E63A1690CEC}"/>
    <dgm:cxn modelId="{771D5669-25E6-40EC-830F-C393BE35B915}" type="presOf" srcId="{F57884D6-5D8B-458D-A026-62A8D3733C74}" destId="{CEF46543-3C1F-4A41-9B87-EFD2FCB11722}" srcOrd="0" destOrd="0" presId="urn:microsoft.com/office/officeart/2005/8/layout/process5"/>
    <dgm:cxn modelId="{8FE1FC4C-FE43-4FA7-8BF8-7CCB865996A1}" srcId="{353C8EBE-1679-4236-8966-A19F9B537657}" destId="{6E50E966-323B-4A69-9966-9B1CFDDC8510}" srcOrd="3" destOrd="0" parTransId="{A02CCFC0-43BC-46E4-A355-B1732C1C2ED6}" sibTransId="{F57884D6-5D8B-458D-A026-62A8D3733C74}"/>
    <dgm:cxn modelId="{BA7D844D-FE6B-4159-AB9E-BEBF2F273B45}" srcId="{353C8EBE-1679-4236-8966-A19F9B537657}" destId="{97258F43-4D6B-4BCD-9EB1-39853DBABF5E}" srcOrd="2" destOrd="0" parTransId="{4B615FC6-DACD-4009-81DB-21A0850BAF54}" sibTransId="{F6B51E38-9E02-4D4D-95AF-1192A8C80A08}"/>
    <dgm:cxn modelId="{F2B67B71-4CFA-40CA-A362-35CBF978B9B4}" type="presOf" srcId="{F57884D6-5D8B-458D-A026-62A8D3733C74}" destId="{E2ABFE1B-486F-48E2-806A-17FFE4384DBE}" srcOrd="1" destOrd="0" presId="urn:microsoft.com/office/officeart/2005/8/layout/process5"/>
    <dgm:cxn modelId="{47853D77-E7C5-44B8-9A74-853B883821AB}" type="presOf" srcId="{4A9B5F7B-F8B5-4513-8159-9108D0633A49}" destId="{4FE144EA-FCF0-4B26-95C0-D7207D9487E2}" srcOrd="0" destOrd="0" presId="urn:microsoft.com/office/officeart/2005/8/layout/process5"/>
    <dgm:cxn modelId="{76E9B884-0D35-4069-9647-ACABA66106FC}" type="presOf" srcId="{8816656E-3D3C-4C7A-9BAD-7E63A1690CEC}" destId="{9A6BE580-4F1B-4903-BB54-19F9AD01F9B8}" srcOrd="1" destOrd="0" presId="urn:microsoft.com/office/officeart/2005/8/layout/process5"/>
    <dgm:cxn modelId="{EEE4A69E-7DAC-4FA5-80BE-F832AADE4FEA}" srcId="{353C8EBE-1679-4236-8966-A19F9B537657}" destId="{4A9B5F7B-F8B5-4513-8159-9108D0633A49}" srcOrd="1" destOrd="0" parTransId="{3B400692-D052-4D54-99B4-98853A42639D}" sibTransId="{E31EBE2D-37EB-4FE1-B145-9C2D0D74939D}"/>
    <dgm:cxn modelId="{FC21BEA3-709A-4827-A749-450ECDEFF538}" srcId="{353C8EBE-1679-4236-8966-A19F9B537657}" destId="{747D72AC-A6D6-40FF-8F7C-EEC26570021A}" srcOrd="4" destOrd="0" parTransId="{51294600-F5D2-49CC-8E33-958F2835725F}" sibTransId="{729A3424-3A97-462D-BE5E-CB9C7B787FCE}"/>
    <dgm:cxn modelId="{3E72F0A3-7B28-4C4C-9605-FC8D22FE3D1C}" type="presOf" srcId="{E31EBE2D-37EB-4FE1-B145-9C2D0D74939D}" destId="{0F2C0EA3-E8A5-44C3-87E0-33A7C6B8C1AC}" srcOrd="0" destOrd="0" presId="urn:microsoft.com/office/officeart/2005/8/layout/process5"/>
    <dgm:cxn modelId="{8E9562A6-C1B7-4131-B7D6-40C40ED2D234}" type="presOf" srcId="{97258F43-4D6B-4BCD-9EB1-39853DBABF5E}" destId="{59354E04-DCC5-487A-8B9F-426B512F3DC2}" srcOrd="0" destOrd="0" presId="urn:microsoft.com/office/officeart/2005/8/layout/process5"/>
    <dgm:cxn modelId="{253B4FD4-0380-4198-B59E-1E7A6D2691AC}" type="presOf" srcId="{E31EBE2D-37EB-4FE1-B145-9C2D0D74939D}" destId="{11597F04-88A8-4B27-A46A-57523249D63E}" srcOrd="1" destOrd="0" presId="urn:microsoft.com/office/officeart/2005/8/layout/process5"/>
    <dgm:cxn modelId="{223170D9-0CA8-4E51-A5BE-2677E3C4899C}" type="presOf" srcId="{6E50E966-323B-4A69-9966-9B1CFDDC8510}" destId="{AC726EEE-5EB0-4B56-B9E4-EBA2E46192D1}" srcOrd="0" destOrd="0" presId="urn:microsoft.com/office/officeart/2005/8/layout/process5"/>
    <dgm:cxn modelId="{B2E354DF-23C1-456F-ABBA-E307CE999EEF}" type="presOf" srcId="{524E44C9-F09F-4A6F-9270-3428B576FE7F}" destId="{A99D25A5-17C8-4F4A-87A9-81CA978F1F0A}" srcOrd="0" destOrd="0" presId="urn:microsoft.com/office/officeart/2005/8/layout/process5"/>
    <dgm:cxn modelId="{26B511E3-7923-4195-A3B0-8879648D35B8}" type="presOf" srcId="{8816656E-3D3C-4C7A-9BAD-7E63A1690CEC}" destId="{59F6FB53-FC4F-49FF-8AFA-3056AD8D72B4}" srcOrd="0" destOrd="0" presId="urn:microsoft.com/office/officeart/2005/8/layout/process5"/>
    <dgm:cxn modelId="{08A457E9-B5E0-438E-942F-460D33746122}" type="presOf" srcId="{747D72AC-A6D6-40FF-8F7C-EEC26570021A}" destId="{9B45C2AD-9A21-4B74-A5E3-0FFE620BD802}" srcOrd="0" destOrd="0" presId="urn:microsoft.com/office/officeart/2005/8/layout/process5"/>
    <dgm:cxn modelId="{69D6DD8E-9114-4CD4-B8AA-C80510C0EB12}" type="presParOf" srcId="{C94B4FFD-C0E4-4084-884C-0F4649D92B3D}" destId="{A99D25A5-17C8-4F4A-87A9-81CA978F1F0A}" srcOrd="0" destOrd="0" presId="urn:microsoft.com/office/officeart/2005/8/layout/process5"/>
    <dgm:cxn modelId="{C907376E-C249-4EFE-BED2-8B6F8D6B1376}" type="presParOf" srcId="{C94B4FFD-C0E4-4084-884C-0F4649D92B3D}" destId="{59F6FB53-FC4F-49FF-8AFA-3056AD8D72B4}" srcOrd="1" destOrd="0" presId="urn:microsoft.com/office/officeart/2005/8/layout/process5"/>
    <dgm:cxn modelId="{CBB346A8-DB46-45C1-8067-238FCF8A1152}" type="presParOf" srcId="{59F6FB53-FC4F-49FF-8AFA-3056AD8D72B4}" destId="{9A6BE580-4F1B-4903-BB54-19F9AD01F9B8}" srcOrd="0" destOrd="0" presId="urn:microsoft.com/office/officeart/2005/8/layout/process5"/>
    <dgm:cxn modelId="{E19C7973-AE49-492F-840E-E1236DBF0B39}" type="presParOf" srcId="{C94B4FFD-C0E4-4084-884C-0F4649D92B3D}" destId="{4FE144EA-FCF0-4B26-95C0-D7207D9487E2}" srcOrd="2" destOrd="0" presId="urn:microsoft.com/office/officeart/2005/8/layout/process5"/>
    <dgm:cxn modelId="{68D97589-5127-4157-BB4E-49F315D200F1}" type="presParOf" srcId="{C94B4FFD-C0E4-4084-884C-0F4649D92B3D}" destId="{0F2C0EA3-E8A5-44C3-87E0-33A7C6B8C1AC}" srcOrd="3" destOrd="0" presId="urn:microsoft.com/office/officeart/2005/8/layout/process5"/>
    <dgm:cxn modelId="{969AFB1A-73F7-4382-8FBB-09AA55E67362}" type="presParOf" srcId="{0F2C0EA3-E8A5-44C3-87E0-33A7C6B8C1AC}" destId="{11597F04-88A8-4B27-A46A-57523249D63E}" srcOrd="0" destOrd="0" presId="urn:microsoft.com/office/officeart/2005/8/layout/process5"/>
    <dgm:cxn modelId="{FC435F9F-5BB4-4B7C-AEE0-32C6894F295D}" type="presParOf" srcId="{C94B4FFD-C0E4-4084-884C-0F4649D92B3D}" destId="{59354E04-DCC5-487A-8B9F-426B512F3DC2}" srcOrd="4" destOrd="0" presId="urn:microsoft.com/office/officeart/2005/8/layout/process5"/>
    <dgm:cxn modelId="{F032E973-695D-4A86-B7BE-0A887E0E583A}" type="presParOf" srcId="{C94B4FFD-C0E4-4084-884C-0F4649D92B3D}" destId="{DB6B67FF-3B41-473D-8ABB-C9A5F7F052D3}" srcOrd="5" destOrd="0" presId="urn:microsoft.com/office/officeart/2005/8/layout/process5"/>
    <dgm:cxn modelId="{789F98FC-CB98-4095-9972-677FD60E43E7}" type="presParOf" srcId="{DB6B67FF-3B41-473D-8ABB-C9A5F7F052D3}" destId="{FDE1407C-D659-4DB6-991B-FF5D47F838E0}" srcOrd="0" destOrd="0" presId="urn:microsoft.com/office/officeart/2005/8/layout/process5"/>
    <dgm:cxn modelId="{89AD50D8-31B0-49AC-BAC3-445C17008AD6}" type="presParOf" srcId="{C94B4FFD-C0E4-4084-884C-0F4649D92B3D}" destId="{AC726EEE-5EB0-4B56-B9E4-EBA2E46192D1}" srcOrd="6" destOrd="0" presId="urn:microsoft.com/office/officeart/2005/8/layout/process5"/>
    <dgm:cxn modelId="{C1C1A14A-5109-4AEE-B73F-471AF41EF5DD}" type="presParOf" srcId="{C94B4FFD-C0E4-4084-884C-0F4649D92B3D}" destId="{CEF46543-3C1F-4A41-9B87-EFD2FCB11722}" srcOrd="7" destOrd="0" presId="urn:microsoft.com/office/officeart/2005/8/layout/process5"/>
    <dgm:cxn modelId="{0A1BE10C-0392-42C7-BCDA-1A73FF1C34E3}" type="presParOf" srcId="{CEF46543-3C1F-4A41-9B87-EFD2FCB11722}" destId="{E2ABFE1B-486F-48E2-806A-17FFE4384DBE}" srcOrd="0" destOrd="0" presId="urn:microsoft.com/office/officeart/2005/8/layout/process5"/>
    <dgm:cxn modelId="{448F59B5-5E03-4C08-A611-0FC3CE950B83}" type="presParOf" srcId="{C94B4FFD-C0E4-4084-884C-0F4649D92B3D}" destId="{9B45C2AD-9A21-4B74-A5E3-0FFE620BD80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C6DED5-63B0-4202-B5F9-3AE3CEBDEC01}" type="doc">
      <dgm:prSet loTypeId="urn:microsoft.com/office/officeart/2008/layout/PictureStrips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ru-RU"/>
        </a:p>
      </dgm:t>
    </dgm:pt>
    <dgm:pt modelId="{2A8A6151-6B07-4EE2-9A90-021264E4A232}">
      <dgm:prSet phldrT="[Текст]" phldr="0" custT="1"/>
      <dgm:spPr>
        <a:ln>
          <a:noFill/>
        </a:ln>
      </dgm:spPr>
      <dgm:t>
        <a:bodyPr/>
        <a:lstStyle/>
        <a:p>
          <a:r>
            <a:rPr lang="ru-RU" sz="2400" dirty="0">
              <a:solidFill>
                <a:schemeClr val="tx2">
                  <a:lumMod val="75000"/>
                </a:schemeClr>
              </a:solidFill>
            </a:rPr>
            <a:t>Интернет</a:t>
          </a:r>
        </a:p>
      </dgm:t>
    </dgm:pt>
    <dgm:pt modelId="{E4F6BDDE-A924-4F2B-B86F-3B3A0D5E1F8D}" type="parTrans" cxnId="{FA460951-E94F-43F7-9A31-A56BA142EF6A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09C74220-277B-42AF-836D-297BCF00F3D9}" type="sibTrans" cxnId="{FA460951-E94F-43F7-9A31-A56BA142EF6A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7D3A39C1-E19C-4A08-89F4-52A5DFDEBA92}">
      <dgm:prSet phldrT="[Текст]" phldr="0" custT="1"/>
      <dgm:spPr>
        <a:ln>
          <a:noFill/>
        </a:ln>
      </dgm:spPr>
      <dgm:t>
        <a:bodyPr/>
        <a:lstStyle/>
        <a:p>
          <a:r>
            <a:rPr lang="ru-RU" sz="2400" dirty="0">
              <a:solidFill>
                <a:schemeClr val="tx2">
                  <a:lumMod val="75000"/>
                </a:schemeClr>
              </a:solidFill>
            </a:rPr>
            <a:t>Знакомые</a:t>
          </a:r>
        </a:p>
      </dgm:t>
    </dgm:pt>
    <dgm:pt modelId="{659BEB15-FB22-43C5-BBA2-74B5A90196C4}" type="parTrans" cxnId="{AE75848C-6ACE-4272-98C1-B930998EA0EE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7B819A2F-BC02-4642-AAEC-5F49056B8F80}" type="sibTrans" cxnId="{AE75848C-6ACE-4272-98C1-B930998EA0EE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33249672-B984-4512-87A8-382544D42268}">
      <dgm:prSet phldrT="[Текст]" phldr="0" custT="1"/>
      <dgm:spPr>
        <a:ln>
          <a:noFill/>
        </a:ln>
      </dgm:spPr>
      <dgm:t>
        <a:bodyPr/>
        <a:lstStyle/>
        <a:p>
          <a:r>
            <a:rPr lang="ru-RU" sz="2400" dirty="0">
              <a:solidFill>
                <a:schemeClr val="tx2">
                  <a:lumMod val="75000"/>
                </a:schemeClr>
              </a:solidFill>
            </a:rPr>
            <a:t>Школьная почта</a:t>
          </a:r>
        </a:p>
      </dgm:t>
    </dgm:pt>
    <dgm:pt modelId="{5C063041-F42F-4DA3-95B2-DC373B925DF5}" type="parTrans" cxnId="{A14F2280-936F-4090-BA81-AE80989362BF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DEBCAB11-CFB2-4DB7-A4E7-9B406EEE47F1}" type="sibTrans" cxnId="{A14F2280-936F-4090-BA81-AE80989362BF}">
      <dgm:prSet/>
      <dgm:spPr/>
      <dgm:t>
        <a:bodyPr/>
        <a:lstStyle/>
        <a:p>
          <a:endParaRPr lang="ru-RU" sz="2400">
            <a:solidFill>
              <a:schemeClr val="tx2">
                <a:lumMod val="75000"/>
              </a:schemeClr>
            </a:solidFill>
          </a:endParaRPr>
        </a:p>
      </dgm:t>
    </dgm:pt>
    <dgm:pt modelId="{42A36987-86D8-48E3-9AD2-ECA0A9D093A3}" type="pres">
      <dgm:prSet presAssocID="{6DC6DED5-63B0-4202-B5F9-3AE3CEBDEC01}" presName="Name0" presStyleCnt="0">
        <dgm:presLayoutVars>
          <dgm:dir/>
          <dgm:resizeHandles val="exact"/>
        </dgm:presLayoutVars>
      </dgm:prSet>
      <dgm:spPr/>
    </dgm:pt>
    <dgm:pt modelId="{9F38F152-9DF5-4F63-9862-9ABF4CAC9E20}" type="pres">
      <dgm:prSet presAssocID="{2A8A6151-6B07-4EE2-9A90-021264E4A232}" presName="composite" presStyleCnt="0"/>
      <dgm:spPr/>
    </dgm:pt>
    <dgm:pt modelId="{D504B37A-779E-49D9-94A2-F9B9FCFC543A}" type="pres">
      <dgm:prSet presAssocID="{2A8A6151-6B07-4EE2-9A90-021264E4A232}" presName="rect1" presStyleLbl="trAlignAcc1" presStyleIdx="0" presStyleCnt="3">
        <dgm:presLayoutVars>
          <dgm:bulletEnabled val="1"/>
        </dgm:presLayoutVars>
      </dgm:prSet>
      <dgm:spPr/>
    </dgm:pt>
    <dgm:pt modelId="{27DA0242-A217-4A81-97DD-EBDAA0DE5ED6}" type="pres">
      <dgm:prSet presAssocID="{2A8A6151-6B07-4EE2-9A90-021264E4A232}" presName="rect2" presStyleLbl="fgImgPlace1" presStyleIdx="0" presStyleCnt="3" custLinFactNeighborX="8529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3000" r="-3000" b="23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Земной шар: Африка и Европа со сплошной заливкой"/>
        </a:ext>
      </dgm:extLst>
    </dgm:pt>
    <dgm:pt modelId="{6B647667-2B8C-4314-9637-682177917F1E}" type="pres">
      <dgm:prSet presAssocID="{09C74220-277B-42AF-836D-297BCF00F3D9}" presName="sibTrans" presStyleCnt="0"/>
      <dgm:spPr/>
    </dgm:pt>
    <dgm:pt modelId="{D3C3F696-7999-4C8F-B6AC-8403130733FC}" type="pres">
      <dgm:prSet presAssocID="{7D3A39C1-E19C-4A08-89F4-52A5DFDEBA92}" presName="composite" presStyleCnt="0"/>
      <dgm:spPr/>
    </dgm:pt>
    <dgm:pt modelId="{EB815F80-2A73-4E25-8651-D7A5C7808406}" type="pres">
      <dgm:prSet presAssocID="{7D3A39C1-E19C-4A08-89F4-52A5DFDEBA92}" presName="rect1" presStyleLbl="trAlignAcc1" presStyleIdx="1" presStyleCnt="3">
        <dgm:presLayoutVars>
          <dgm:bulletEnabled val="1"/>
        </dgm:presLayoutVars>
      </dgm:prSet>
      <dgm:spPr/>
    </dgm:pt>
    <dgm:pt modelId="{6335DE5E-4ADF-4D42-AF37-EFB4732A8F74}" type="pres">
      <dgm:prSet presAssocID="{7D3A39C1-E19C-4A08-89F4-52A5DFDEBA92}" presName="rect2" presStyleLbl="fgImgPlace1" presStyleIdx="1" presStyleCnt="3" custLinFactNeighborX="11372"/>
      <dgm:spPr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0000" r="-13000"/>
          </a:stretch>
        </a:blipFill>
        <a:ln>
          <a:noFill/>
        </a:ln>
      </dgm:spPr>
    </dgm:pt>
    <dgm:pt modelId="{6817AA11-5BD2-422F-8242-492E07123250}" type="pres">
      <dgm:prSet presAssocID="{7B819A2F-BC02-4642-AAEC-5F49056B8F80}" presName="sibTrans" presStyleCnt="0"/>
      <dgm:spPr/>
    </dgm:pt>
    <dgm:pt modelId="{69F95C56-D6FF-4140-A3B8-45A044852987}" type="pres">
      <dgm:prSet presAssocID="{33249672-B984-4512-87A8-382544D42268}" presName="composite" presStyleCnt="0"/>
      <dgm:spPr/>
    </dgm:pt>
    <dgm:pt modelId="{00D1A101-A01A-448C-83C0-E397791FC119}" type="pres">
      <dgm:prSet presAssocID="{33249672-B984-4512-87A8-382544D42268}" presName="rect1" presStyleLbl="trAlignAcc1" presStyleIdx="2" presStyleCnt="3">
        <dgm:presLayoutVars>
          <dgm:bulletEnabled val="1"/>
        </dgm:presLayoutVars>
      </dgm:prSet>
      <dgm:spPr/>
    </dgm:pt>
    <dgm:pt modelId="{89C09BB5-7272-4077-A346-AA10719BDD29}" type="pres">
      <dgm:prSet presAssocID="{33249672-B984-4512-87A8-382544D42268}" presName="rect2" presStyleLbl="fgImgPlace1" presStyleIdx="2" presStyleCnt="3" custLinFactNeighborX="6427" custLinFactNeighborY="-7748"/>
      <dgm:spPr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4000" t="11000" r="-2000" b="2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Электронная почта со сплошной заливкой"/>
        </a:ext>
      </dgm:extLst>
    </dgm:pt>
  </dgm:ptLst>
  <dgm:cxnLst>
    <dgm:cxn modelId="{23B90D41-E232-421D-A84E-ACB0A51A2CF8}" type="presOf" srcId="{33249672-B984-4512-87A8-382544D42268}" destId="{00D1A101-A01A-448C-83C0-E397791FC119}" srcOrd="0" destOrd="0" presId="urn:microsoft.com/office/officeart/2008/layout/PictureStrips"/>
    <dgm:cxn modelId="{FCC3B262-A1B0-48EF-8F4A-980DC9D77880}" type="presOf" srcId="{2A8A6151-6B07-4EE2-9A90-021264E4A232}" destId="{D504B37A-779E-49D9-94A2-F9B9FCFC543A}" srcOrd="0" destOrd="0" presId="urn:microsoft.com/office/officeart/2008/layout/PictureStrips"/>
    <dgm:cxn modelId="{FA460951-E94F-43F7-9A31-A56BA142EF6A}" srcId="{6DC6DED5-63B0-4202-B5F9-3AE3CEBDEC01}" destId="{2A8A6151-6B07-4EE2-9A90-021264E4A232}" srcOrd="0" destOrd="0" parTransId="{E4F6BDDE-A924-4F2B-B86F-3B3A0D5E1F8D}" sibTransId="{09C74220-277B-42AF-836D-297BCF00F3D9}"/>
    <dgm:cxn modelId="{94D5F77A-587C-4266-A1E2-5970A52FFE8A}" type="presOf" srcId="{7D3A39C1-E19C-4A08-89F4-52A5DFDEBA92}" destId="{EB815F80-2A73-4E25-8651-D7A5C7808406}" srcOrd="0" destOrd="0" presId="urn:microsoft.com/office/officeart/2008/layout/PictureStrips"/>
    <dgm:cxn modelId="{A14F2280-936F-4090-BA81-AE80989362BF}" srcId="{6DC6DED5-63B0-4202-B5F9-3AE3CEBDEC01}" destId="{33249672-B984-4512-87A8-382544D42268}" srcOrd="2" destOrd="0" parTransId="{5C063041-F42F-4DA3-95B2-DC373B925DF5}" sibTransId="{DEBCAB11-CFB2-4DB7-A4E7-9B406EEE47F1}"/>
    <dgm:cxn modelId="{AE75848C-6ACE-4272-98C1-B930998EA0EE}" srcId="{6DC6DED5-63B0-4202-B5F9-3AE3CEBDEC01}" destId="{7D3A39C1-E19C-4A08-89F4-52A5DFDEBA92}" srcOrd="1" destOrd="0" parTransId="{659BEB15-FB22-43C5-BBA2-74B5A90196C4}" sibTransId="{7B819A2F-BC02-4642-AAEC-5F49056B8F80}"/>
    <dgm:cxn modelId="{C5B1E4AC-21BD-4EBE-B252-131EF0D5B4B8}" type="presOf" srcId="{6DC6DED5-63B0-4202-B5F9-3AE3CEBDEC01}" destId="{42A36987-86D8-48E3-9AD2-ECA0A9D093A3}" srcOrd="0" destOrd="0" presId="urn:microsoft.com/office/officeart/2008/layout/PictureStrips"/>
    <dgm:cxn modelId="{C04AFD74-974F-4137-9030-2BE9660C53E0}" type="presParOf" srcId="{42A36987-86D8-48E3-9AD2-ECA0A9D093A3}" destId="{9F38F152-9DF5-4F63-9862-9ABF4CAC9E20}" srcOrd="0" destOrd="0" presId="urn:microsoft.com/office/officeart/2008/layout/PictureStrips"/>
    <dgm:cxn modelId="{6D54E43F-9F5E-4EB9-B95B-A38F1C87C5A7}" type="presParOf" srcId="{9F38F152-9DF5-4F63-9862-9ABF4CAC9E20}" destId="{D504B37A-779E-49D9-94A2-F9B9FCFC543A}" srcOrd="0" destOrd="0" presId="urn:microsoft.com/office/officeart/2008/layout/PictureStrips"/>
    <dgm:cxn modelId="{05258632-0258-4373-ABC0-E95743706479}" type="presParOf" srcId="{9F38F152-9DF5-4F63-9862-9ABF4CAC9E20}" destId="{27DA0242-A217-4A81-97DD-EBDAA0DE5ED6}" srcOrd="1" destOrd="0" presId="urn:microsoft.com/office/officeart/2008/layout/PictureStrips"/>
    <dgm:cxn modelId="{B5726573-7FDD-484A-9C40-937BD4B95C1D}" type="presParOf" srcId="{42A36987-86D8-48E3-9AD2-ECA0A9D093A3}" destId="{6B647667-2B8C-4314-9637-682177917F1E}" srcOrd="1" destOrd="0" presId="urn:microsoft.com/office/officeart/2008/layout/PictureStrips"/>
    <dgm:cxn modelId="{EE1208E7-59FE-4C1F-B5C3-91A9191CC6F4}" type="presParOf" srcId="{42A36987-86D8-48E3-9AD2-ECA0A9D093A3}" destId="{D3C3F696-7999-4C8F-B6AC-8403130733FC}" srcOrd="2" destOrd="0" presId="urn:microsoft.com/office/officeart/2008/layout/PictureStrips"/>
    <dgm:cxn modelId="{8DDE9B24-CA4E-4913-B57E-C362BF89CFCA}" type="presParOf" srcId="{D3C3F696-7999-4C8F-B6AC-8403130733FC}" destId="{EB815F80-2A73-4E25-8651-D7A5C7808406}" srcOrd="0" destOrd="0" presId="urn:microsoft.com/office/officeart/2008/layout/PictureStrips"/>
    <dgm:cxn modelId="{DF2EF632-95B0-407E-A4F8-9F82AC431674}" type="presParOf" srcId="{D3C3F696-7999-4C8F-B6AC-8403130733FC}" destId="{6335DE5E-4ADF-4D42-AF37-EFB4732A8F74}" srcOrd="1" destOrd="0" presId="urn:microsoft.com/office/officeart/2008/layout/PictureStrips"/>
    <dgm:cxn modelId="{B3F4EE06-810A-42D6-AB74-0F7ED1177633}" type="presParOf" srcId="{42A36987-86D8-48E3-9AD2-ECA0A9D093A3}" destId="{6817AA11-5BD2-422F-8242-492E07123250}" srcOrd="3" destOrd="0" presId="urn:microsoft.com/office/officeart/2008/layout/PictureStrips"/>
    <dgm:cxn modelId="{498670CB-D30F-452D-BF69-A6B89B4DDC55}" type="presParOf" srcId="{42A36987-86D8-48E3-9AD2-ECA0A9D093A3}" destId="{69F95C56-D6FF-4140-A3B8-45A044852987}" srcOrd="4" destOrd="0" presId="urn:microsoft.com/office/officeart/2008/layout/PictureStrips"/>
    <dgm:cxn modelId="{A7FB19C3-5120-4343-AC15-CFBCBEBE9D4F}" type="presParOf" srcId="{69F95C56-D6FF-4140-A3B8-45A044852987}" destId="{00D1A101-A01A-448C-83C0-E397791FC119}" srcOrd="0" destOrd="0" presId="urn:microsoft.com/office/officeart/2008/layout/PictureStrips"/>
    <dgm:cxn modelId="{E143B79D-345E-4325-9FE8-1AE9FBE84742}" type="presParOf" srcId="{69F95C56-D6FF-4140-A3B8-45A044852987}" destId="{89C09BB5-7272-4077-A346-AA10719BDD29}" srcOrd="1" destOrd="0" presId="urn:microsoft.com/office/officeart/2008/layout/PictureStrip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C6DED5-63B0-4202-B5F9-3AE3CEBDEC01}" type="doc">
      <dgm:prSet loTypeId="urn:microsoft.com/office/officeart/2008/layout/PictureStrips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ru-RU"/>
        </a:p>
      </dgm:t>
    </dgm:pt>
    <dgm:pt modelId="{2A8A6151-6B07-4EE2-9A90-021264E4A232}">
      <dgm:prSet phldrT="[Текст]" phldr="0" custT="1"/>
      <dgm:spPr>
        <a:ln>
          <a:noFill/>
        </a:ln>
      </dgm:spPr>
      <dgm:t>
        <a:bodyPr/>
        <a:lstStyle/>
        <a:p>
          <a:r>
            <a:rPr lang="ru-RU" sz="1800" dirty="0">
              <a:solidFill>
                <a:schemeClr val="tx2">
                  <a:lumMod val="75000"/>
                </a:schemeClr>
              </a:solidFill>
            </a:rPr>
            <a:t>Определение типа слоев,  их кол-ва и кол-ва нейронов в каждом слое</a:t>
          </a:r>
        </a:p>
      </dgm:t>
    </dgm:pt>
    <dgm:pt modelId="{E4F6BDDE-A924-4F2B-B86F-3B3A0D5E1F8D}" type="parTrans" cxnId="{FA460951-E94F-43F7-9A31-A56BA142EF6A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09C74220-277B-42AF-836D-297BCF00F3D9}" type="sibTrans" cxnId="{FA460951-E94F-43F7-9A31-A56BA142EF6A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7D3A39C1-E19C-4A08-89F4-52A5DFDEBA92}">
      <dgm:prSet phldrT="[Текст]" phldr="0" custT="1"/>
      <dgm:spPr>
        <a:ln>
          <a:noFill/>
        </a:ln>
      </dgm:spPr>
      <dgm:t>
        <a:bodyPr/>
        <a:lstStyle/>
        <a:p>
          <a:r>
            <a:rPr lang="ru-RU" sz="1800" dirty="0">
              <a:solidFill>
                <a:schemeClr val="tx2">
                  <a:lumMod val="75000"/>
                </a:schemeClr>
              </a:solidFill>
            </a:rPr>
            <a:t>Выбор функции активации</a:t>
          </a:r>
        </a:p>
      </dgm:t>
    </dgm:pt>
    <dgm:pt modelId="{659BEB15-FB22-43C5-BBA2-74B5A90196C4}" type="parTrans" cxnId="{AE75848C-6ACE-4272-98C1-B930998EA0EE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7B819A2F-BC02-4642-AAEC-5F49056B8F80}" type="sibTrans" cxnId="{AE75848C-6ACE-4272-98C1-B930998EA0EE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33249672-B984-4512-87A8-382544D42268}">
      <dgm:prSet phldrT="[Текст]" phldr="0" custT="1"/>
      <dgm:spPr>
        <a:ln>
          <a:noFill/>
        </a:ln>
      </dgm:spPr>
      <dgm:t>
        <a:bodyPr/>
        <a:lstStyle/>
        <a:p>
          <a:r>
            <a:rPr lang="ru-RU" sz="1800" dirty="0">
              <a:solidFill>
                <a:schemeClr val="tx2">
                  <a:lumMod val="75000"/>
                </a:schemeClr>
              </a:solidFill>
            </a:rPr>
            <a:t>Определение вспомогательных слоев</a:t>
          </a:r>
        </a:p>
      </dgm:t>
    </dgm:pt>
    <dgm:pt modelId="{5C063041-F42F-4DA3-95B2-DC373B925DF5}" type="parTrans" cxnId="{A14F2280-936F-4090-BA81-AE80989362BF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DEBCAB11-CFB2-4DB7-A4E7-9B406EEE47F1}" type="sibTrans" cxnId="{A14F2280-936F-4090-BA81-AE80989362BF}">
      <dgm:prSet/>
      <dgm:spPr/>
      <dgm:t>
        <a:bodyPr/>
        <a:lstStyle/>
        <a:p>
          <a:endParaRPr lang="ru-RU" sz="1800">
            <a:solidFill>
              <a:schemeClr val="tx2">
                <a:lumMod val="75000"/>
              </a:schemeClr>
            </a:solidFill>
          </a:endParaRPr>
        </a:p>
      </dgm:t>
    </dgm:pt>
    <dgm:pt modelId="{42A36987-86D8-48E3-9AD2-ECA0A9D093A3}" type="pres">
      <dgm:prSet presAssocID="{6DC6DED5-63B0-4202-B5F9-3AE3CEBDEC01}" presName="Name0" presStyleCnt="0">
        <dgm:presLayoutVars>
          <dgm:dir/>
          <dgm:resizeHandles val="exact"/>
        </dgm:presLayoutVars>
      </dgm:prSet>
      <dgm:spPr/>
    </dgm:pt>
    <dgm:pt modelId="{9F38F152-9DF5-4F63-9862-9ABF4CAC9E20}" type="pres">
      <dgm:prSet presAssocID="{2A8A6151-6B07-4EE2-9A90-021264E4A232}" presName="composite" presStyleCnt="0"/>
      <dgm:spPr/>
    </dgm:pt>
    <dgm:pt modelId="{D504B37A-779E-49D9-94A2-F9B9FCFC543A}" type="pres">
      <dgm:prSet presAssocID="{2A8A6151-6B07-4EE2-9A90-021264E4A232}" presName="rect1" presStyleLbl="trAlignAcc1" presStyleIdx="0" presStyleCnt="3" custScaleX="131307">
        <dgm:presLayoutVars>
          <dgm:bulletEnabled val="1"/>
        </dgm:presLayoutVars>
      </dgm:prSet>
      <dgm:spPr/>
    </dgm:pt>
    <dgm:pt modelId="{27DA0242-A217-4A81-97DD-EBDAA0DE5ED6}" type="pres">
      <dgm:prSet presAssocID="{2A8A6151-6B07-4EE2-9A90-021264E4A232}" presName="rect2" presStyleLbl="fgImgPlace1" presStyleIdx="0" presStyleCnt="3" custLinFactNeighborX="-85674" custLinFactNeighborY="-3768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3000" r="-3000" b="23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Земной шар: Африка и Европа со сплошной заливкой"/>
        </a:ext>
      </dgm:extLst>
    </dgm:pt>
    <dgm:pt modelId="{6B647667-2B8C-4314-9637-682177917F1E}" type="pres">
      <dgm:prSet presAssocID="{09C74220-277B-42AF-836D-297BCF00F3D9}" presName="sibTrans" presStyleCnt="0"/>
      <dgm:spPr/>
    </dgm:pt>
    <dgm:pt modelId="{D3C3F696-7999-4C8F-B6AC-8403130733FC}" type="pres">
      <dgm:prSet presAssocID="{7D3A39C1-E19C-4A08-89F4-52A5DFDEBA92}" presName="composite" presStyleCnt="0"/>
      <dgm:spPr/>
    </dgm:pt>
    <dgm:pt modelId="{EB815F80-2A73-4E25-8651-D7A5C7808406}" type="pres">
      <dgm:prSet presAssocID="{7D3A39C1-E19C-4A08-89F4-52A5DFDEBA92}" presName="rect1" presStyleLbl="trAlignAcc1" presStyleIdx="1" presStyleCnt="3" custScaleX="131307">
        <dgm:presLayoutVars>
          <dgm:bulletEnabled val="1"/>
        </dgm:presLayoutVars>
      </dgm:prSet>
      <dgm:spPr/>
    </dgm:pt>
    <dgm:pt modelId="{6335DE5E-4ADF-4D42-AF37-EFB4732A8F74}" type="pres">
      <dgm:prSet presAssocID="{7D3A39C1-E19C-4A08-89F4-52A5DFDEBA92}" presName="rect2" presStyleLbl="fgImgPlace1" presStyleIdx="1" presStyleCnt="3" custLinFactNeighborX="-82831" custLinFactNeighborY="-29881"/>
      <dgm:spPr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3000" t="12000" r="-1000"/>
          </a:stretch>
        </a:blipFill>
        <a:ln>
          <a:noFill/>
        </a:ln>
      </dgm:spPr>
    </dgm:pt>
    <dgm:pt modelId="{6817AA11-5BD2-422F-8242-492E07123250}" type="pres">
      <dgm:prSet presAssocID="{7B819A2F-BC02-4642-AAEC-5F49056B8F80}" presName="sibTrans" presStyleCnt="0"/>
      <dgm:spPr/>
    </dgm:pt>
    <dgm:pt modelId="{69F95C56-D6FF-4140-A3B8-45A044852987}" type="pres">
      <dgm:prSet presAssocID="{33249672-B984-4512-87A8-382544D42268}" presName="composite" presStyleCnt="0"/>
      <dgm:spPr/>
    </dgm:pt>
    <dgm:pt modelId="{00D1A101-A01A-448C-83C0-E397791FC119}" type="pres">
      <dgm:prSet presAssocID="{33249672-B984-4512-87A8-382544D42268}" presName="rect1" presStyleLbl="trAlignAcc1" presStyleIdx="2" presStyleCnt="3" custScaleX="131307">
        <dgm:presLayoutVars>
          <dgm:bulletEnabled val="1"/>
        </dgm:presLayoutVars>
      </dgm:prSet>
      <dgm:spPr/>
    </dgm:pt>
    <dgm:pt modelId="{89C09BB5-7272-4077-A346-AA10719BDD29}" type="pres">
      <dgm:prSet presAssocID="{33249672-B984-4512-87A8-382544D42268}" presName="rect2" presStyleLbl="fgImgPlace1" presStyleIdx="2" presStyleCnt="3" custLinFactNeighborX="-87776" custLinFactNeighborY="-11516"/>
      <dgm:spPr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4000" t="11000" r="-2000" b="2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Электронная почта со сплошной заливкой"/>
        </a:ext>
      </dgm:extLst>
    </dgm:pt>
  </dgm:ptLst>
  <dgm:cxnLst>
    <dgm:cxn modelId="{23B90D41-E232-421D-A84E-ACB0A51A2CF8}" type="presOf" srcId="{33249672-B984-4512-87A8-382544D42268}" destId="{00D1A101-A01A-448C-83C0-E397791FC119}" srcOrd="0" destOrd="0" presId="urn:microsoft.com/office/officeart/2008/layout/PictureStrips"/>
    <dgm:cxn modelId="{FCC3B262-A1B0-48EF-8F4A-980DC9D77880}" type="presOf" srcId="{2A8A6151-6B07-4EE2-9A90-021264E4A232}" destId="{D504B37A-779E-49D9-94A2-F9B9FCFC543A}" srcOrd="0" destOrd="0" presId="urn:microsoft.com/office/officeart/2008/layout/PictureStrips"/>
    <dgm:cxn modelId="{FA460951-E94F-43F7-9A31-A56BA142EF6A}" srcId="{6DC6DED5-63B0-4202-B5F9-3AE3CEBDEC01}" destId="{2A8A6151-6B07-4EE2-9A90-021264E4A232}" srcOrd="0" destOrd="0" parTransId="{E4F6BDDE-A924-4F2B-B86F-3B3A0D5E1F8D}" sibTransId="{09C74220-277B-42AF-836D-297BCF00F3D9}"/>
    <dgm:cxn modelId="{94D5F77A-587C-4266-A1E2-5970A52FFE8A}" type="presOf" srcId="{7D3A39C1-E19C-4A08-89F4-52A5DFDEBA92}" destId="{EB815F80-2A73-4E25-8651-D7A5C7808406}" srcOrd="0" destOrd="0" presId="urn:microsoft.com/office/officeart/2008/layout/PictureStrips"/>
    <dgm:cxn modelId="{A14F2280-936F-4090-BA81-AE80989362BF}" srcId="{6DC6DED5-63B0-4202-B5F9-3AE3CEBDEC01}" destId="{33249672-B984-4512-87A8-382544D42268}" srcOrd="2" destOrd="0" parTransId="{5C063041-F42F-4DA3-95B2-DC373B925DF5}" sibTransId="{DEBCAB11-CFB2-4DB7-A4E7-9B406EEE47F1}"/>
    <dgm:cxn modelId="{AE75848C-6ACE-4272-98C1-B930998EA0EE}" srcId="{6DC6DED5-63B0-4202-B5F9-3AE3CEBDEC01}" destId="{7D3A39C1-E19C-4A08-89F4-52A5DFDEBA92}" srcOrd="1" destOrd="0" parTransId="{659BEB15-FB22-43C5-BBA2-74B5A90196C4}" sibTransId="{7B819A2F-BC02-4642-AAEC-5F49056B8F80}"/>
    <dgm:cxn modelId="{C5B1E4AC-21BD-4EBE-B252-131EF0D5B4B8}" type="presOf" srcId="{6DC6DED5-63B0-4202-B5F9-3AE3CEBDEC01}" destId="{42A36987-86D8-48E3-9AD2-ECA0A9D093A3}" srcOrd="0" destOrd="0" presId="urn:microsoft.com/office/officeart/2008/layout/PictureStrips"/>
    <dgm:cxn modelId="{C04AFD74-974F-4137-9030-2BE9660C53E0}" type="presParOf" srcId="{42A36987-86D8-48E3-9AD2-ECA0A9D093A3}" destId="{9F38F152-9DF5-4F63-9862-9ABF4CAC9E20}" srcOrd="0" destOrd="0" presId="urn:microsoft.com/office/officeart/2008/layout/PictureStrips"/>
    <dgm:cxn modelId="{6D54E43F-9F5E-4EB9-B95B-A38F1C87C5A7}" type="presParOf" srcId="{9F38F152-9DF5-4F63-9862-9ABF4CAC9E20}" destId="{D504B37A-779E-49D9-94A2-F9B9FCFC543A}" srcOrd="0" destOrd="0" presId="urn:microsoft.com/office/officeart/2008/layout/PictureStrips"/>
    <dgm:cxn modelId="{05258632-0258-4373-ABC0-E95743706479}" type="presParOf" srcId="{9F38F152-9DF5-4F63-9862-9ABF4CAC9E20}" destId="{27DA0242-A217-4A81-97DD-EBDAA0DE5ED6}" srcOrd="1" destOrd="0" presId="urn:microsoft.com/office/officeart/2008/layout/PictureStrips"/>
    <dgm:cxn modelId="{B5726573-7FDD-484A-9C40-937BD4B95C1D}" type="presParOf" srcId="{42A36987-86D8-48E3-9AD2-ECA0A9D093A3}" destId="{6B647667-2B8C-4314-9637-682177917F1E}" srcOrd="1" destOrd="0" presId="urn:microsoft.com/office/officeart/2008/layout/PictureStrips"/>
    <dgm:cxn modelId="{EE1208E7-59FE-4C1F-B5C3-91A9191CC6F4}" type="presParOf" srcId="{42A36987-86D8-48E3-9AD2-ECA0A9D093A3}" destId="{D3C3F696-7999-4C8F-B6AC-8403130733FC}" srcOrd="2" destOrd="0" presId="urn:microsoft.com/office/officeart/2008/layout/PictureStrips"/>
    <dgm:cxn modelId="{8DDE9B24-CA4E-4913-B57E-C362BF89CFCA}" type="presParOf" srcId="{D3C3F696-7999-4C8F-B6AC-8403130733FC}" destId="{EB815F80-2A73-4E25-8651-D7A5C7808406}" srcOrd="0" destOrd="0" presId="urn:microsoft.com/office/officeart/2008/layout/PictureStrips"/>
    <dgm:cxn modelId="{DF2EF632-95B0-407E-A4F8-9F82AC431674}" type="presParOf" srcId="{D3C3F696-7999-4C8F-B6AC-8403130733FC}" destId="{6335DE5E-4ADF-4D42-AF37-EFB4732A8F74}" srcOrd="1" destOrd="0" presId="urn:microsoft.com/office/officeart/2008/layout/PictureStrips"/>
    <dgm:cxn modelId="{B3F4EE06-810A-42D6-AB74-0F7ED1177633}" type="presParOf" srcId="{42A36987-86D8-48E3-9AD2-ECA0A9D093A3}" destId="{6817AA11-5BD2-422F-8242-492E07123250}" srcOrd="3" destOrd="0" presId="urn:microsoft.com/office/officeart/2008/layout/PictureStrips"/>
    <dgm:cxn modelId="{498670CB-D30F-452D-BF69-A6B89B4DDC55}" type="presParOf" srcId="{42A36987-86D8-48E3-9AD2-ECA0A9D093A3}" destId="{69F95C56-D6FF-4140-A3B8-45A044852987}" srcOrd="4" destOrd="0" presId="urn:microsoft.com/office/officeart/2008/layout/PictureStrips"/>
    <dgm:cxn modelId="{A7FB19C3-5120-4343-AC15-CFBCBEBE9D4F}" type="presParOf" srcId="{69F95C56-D6FF-4140-A3B8-45A044852987}" destId="{00D1A101-A01A-448C-83C0-E397791FC119}" srcOrd="0" destOrd="0" presId="urn:microsoft.com/office/officeart/2008/layout/PictureStrips"/>
    <dgm:cxn modelId="{E143B79D-345E-4325-9FE8-1AE9FBE84742}" type="presParOf" srcId="{69F95C56-D6FF-4140-A3B8-45A044852987}" destId="{89C09BB5-7272-4077-A346-AA10719BDD29}" srcOrd="1" destOrd="0" presId="urn:microsoft.com/office/officeart/2008/layout/PictureStrip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D25A5-17C8-4F4A-87A9-81CA978F1F0A}">
      <dsp:nvSpPr>
        <dsp:cNvPr id="0" name=""/>
        <dsp:cNvSpPr/>
      </dsp:nvSpPr>
      <dsp:spPr>
        <a:xfrm>
          <a:off x="456964" y="826"/>
          <a:ext cx="1870597" cy="1122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Выбор языка программирования, библиотек и среды разработки</a:t>
          </a:r>
        </a:p>
      </dsp:txBody>
      <dsp:txXfrm>
        <a:off x="489837" y="33699"/>
        <a:ext cx="1804851" cy="1056612"/>
      </dsp:txXfrm>
    </dsp:sp>
    <dsp:sp modelId="{59F6FB53-FC4F-49FF-8AFA-3056AD8D72B4}">
      <dsp:nvSpPr>
        <dsp:cNvPr id="0" name=""/>
        <dsp:cNvSpPr/>
      </dsp:nvSpPr>
      <dsp:spPr>
        <a:xfrm>
          <a:off x="2492174" y="330051"/>
          <a:ext cx="396566" cy="463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2492174" y="422833"/>
        <a:ext cx="277596" cy="278344"/>
      </dsp:txXfrm>
    </dsp:sp>
    <dsp:sp modelId="{4FE144EA-FCF0-4B26-95C0-D7207D9487E2}">
      <dsp:nvSpPr>
        <dsp:cNvPr id="0" name=""/>
        <dsp:cNvSpPr/>
      </dsp:nvSpPr>
      <dsp:spPr>
        <a:xfrm>
          <a:off x="3075800" y="826"/>
          <a:ext cx="1870597" cy="1122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Подготовка датасета для обучения нашей модели</a:t>
          </a:r>
        </a:p>
      </dsp:txBody>
      <dsp:txXfrm>
        <a:off x="3108673" y="33699"/>
        <a:ext cx="1804851" cy="1056612"/>
      </dsp:txXfrm>
    </dsp:sp>
    <dsp:sp modelId="{0F2C0EA3-E8A5-44C3-87E0-33A7C6B8C1AC}">
      <dsp:nvSpPr>
        <dsp:cNvPr id="0" name=""/>
        <dsp:cNvSpPr/>
      </dsp:nvSpPr>
      <dsp:spPr>
        <a:xfrm rot="5400000">
          <a:off x="3812815" y="1254126"/>
          <a:ext cx="396566" cy="463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3871926" y="1287797"/>
        <a:ext cx="278344" cy="277596"/>
      </dsp:txXfrm>
    </dsp:sp>
    <dsp:sp modelId="{59354E04-DCC5-487A-8B9F-426B512F3DC2}">
      <dsp:nvSpPr>
        <dsp:cNvPr id="0" name=""/>
        <dsp:cNvSpPr/>
      </dsp:nvSpPr>
      <dsp:spPr>
        <a:xfrm>
          <a:off x="3075800" y="1871423"/>
          <a:ext cx="1870597" cy="1122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Описать модель на языке </a:t>
          </a:r>
          <a:r>
            <a:rPr lang="en-US" sz="1400" kern="1200" dirty="0"/>
            <a:t>Python</a:t>
          </a:r>
          <a:endParaRPr lang="ru-RU" sz="1400" kern="1200" dirty="0"/>
        </a:p>
      </dsp:txBody>
      <dsp:txXfrm>
        <a:off x="3108673" y="1904296"/>
        <a:ext cx="1804851" cy="1056612"/>
      </dsp:txXfrm>
    </dsp:sp>
    <dsp:sp modelId="{DB6B67FF-3B41-473D-8ABB-C9A5F7F052D3}">
      <dsp:nvSpPr>
        <dsp:cNvPr id="0" name=""/>
        <dsp:cNvSpPr/>
      </dsp:nvSpPr>
      <dsp:spPr>
        <a:xfrm rot="10800000">
          <a:off x="2514621" y="2200648"/>
          <a:ext cx="396566" cy="463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2633591" y="2293430"/>
        <a:ext cx="277596" cy="278344"/>
      </dsp:txXfrm>
    </dsp:sp>
    <dsp:sp modelId="{AC726EEE-5EB0-4B56-B9E4-EBA2E46192D1}">
      <dsp:nvSpPr>
        <dsp:cNvPr id="0" name=""/>
        <dsp:cNvSpPr/>
      </dsp:nvSpPr>
      <dsp:spPr>
        <a:xfrm>
          <a:off x="456964" y="1871423"/>
          <a:ext cx="1870597" cy="1122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Спроектировать нейронную сеть для нашей модели (список слоев)</a:t>
          </a:r>
        </a:p>
      </dsp:txBody>
      <dsp:txXfrm>
        <a:off x="489837" y="1904296"/>
        <a:ext cx="1804851" cy="1056612"/>
      </dsp:txXfrm>
    </dsp:sp>
    <dsp:sp modelId="{CEF46543-3C1F-4A41-9B87-EFD2FCB11722}">
      <dsp:nvSpPr>
        <dsp:cNvPr id="0" name=""/>
        <dsp:cNvSpPr/>
      </dsp:nvSpPr>
      <dsp:spPr>
        <a:xfrm rot="3490214">
          <a:off x="1732490" y="3125124"/>
          <a:ext cx="467273" cy="463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1790255" y="3133906"/>
        <a:ext cx="278344" cy="328101"/>
      </dsp:txXfrm>
    </dsp:sp>
    <dsp:sp modelId="{9B45C2AD-9A21-4B74-A5E3-0FFE620BD802}">
      <dsp:nvSpPr>
        <dsp:cNvPr id="0" name=""/>
        <dsp:cNvSpPr/>
      </dsp:nvSpPr>
      <dsp:spPr>
        <a:xfrm>
          <a:off x="1618642" y="3742847"/>
          <a:ext cx="1870597" cy="11223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Обучить и протестировать модель. Сохранить модель</a:t>
          </a:r>
        </a:p>
      </dsp:txBody>
      <dsp:txXfrm>
        <a:off x="1651515" y="3775720"/>
        <a:ext cx="1804851" cy="1056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D25A5-17C8-4F4A-87A9-81CA978F1F0A}">
      <dsp:nvSpPr>
        <dsp:cNvPr id="0" name=""/>
        <dsp:cNvSpPr/>
      </dsp:nvSpPr>
      <dsp:spPr>
        <a:xfrm>
          <a:off x="706881" y="318"/>
          <a:ext cx="1870987" cy="1122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Выбор языка программирования, библиотек и среды разработки</a:t>
          </a:r>
        </a:p>
      </dsp:txBody>
      <dsp:txXfrm>
        <a:off x="739761" y="33198"/>
        <a:ext cx="1805227" cy="1056832"/>
      </dsp:txXfrm>
    </dsp:sp>
    <dsp:sp modelId="{59F6FB53-FC4F-49FF-8AFA-3056AD8D72B4}">
      <dsp:nvSpPr>
        <dsp:cNvPr id="0" name=""/>
        <dsp:cNvSpPr/>
      </dsp:nvSpPr>
      <dsp:spPr>
        <a:xfrm>
          <a:off x="2742515" y="329612"/>
          <a:ext cx="396649" cy="4640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2742515" y="422413"/>
        <a:ext cx="277654" cy="278402"/>
      </dsp:txXfrm>
    </dsp:sp>
    <dsp:sp modelId="{4FE144EA-FCF0-4B26-95C0-D7207D9487E2}">
      <dsp:nvSpPr>
        <dsp:cNvPr id="0" name=""/>
        <dsp:cNvSpPr/>
      </dsp:nvSpPr>
      <dsp:spPr>
        <a:xfrm>
          <a:off x="3326263" y="318"/>
          <a:ext cx="1870987" cy="1122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Выбрать хостинг для веб приложения</a:t>
          </a:r>
        </a:p>
      </dsp:txBody>
      <dsp:txXfrm>
        <a:off x="3359143" y="33198"/>
        <a:ext cx="1805227" cy="1056832"/>
      </dsp:txXfrm>
    </dsp:sp>
    <dsp:sp modelId="{0F2C0EA3-E8A5-44C3-87E0-33A7C6B8C1AC}">
      <dsp:nvSpPr>
        <dsp:cNvPr id="0" name=""/>
        <dsp:cNvSpPr/>
      </dsp:nvSpPr>
      <dsp:spPr>
        <a:xfrm rot="5400000">
          <a:off x="4063433" y="1253880"/>
          <a:ext cx="396649" cy="4640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4122557" y="1287558"/>
        <a:ext cx="278402" cy="277654"/>
      </dsp:txXfrm>
    </dsp:sp>
    <dsp:sp modelId="{59354E04-DCC5-487A-8B9F-426B512F3DC2}">
      <dsp:nvSpPr>
        <dsp:cNvPr id="0" name=""/>
        <dsp:cNvSpPr/>
      </dsp:nvSpPr>
      <dsp:spPr>
        <a:xfrm>
          <a:off x="3326263" y="1871306"/>
          <a:ext cx="1870987" cy="1122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Разработка клиентской части приложения (шаблоны </a:t>
          </a:r>
          <a:r>
            <a:rPr lang="en-US" sz="1400" kern="1200" dirty="0"/>
            <a:t>HTML</a:t>
          </a:r>
          <a:r>
            <a:rPr lang="ru-RU" sz="1400" kern="1200" dirty="0"/>
            <a:t>/стили)</a:t>
          </a:r>
        </a:p>
      </dsp:txBody>
      <dsp:txXfrm>
        <a:off x="3359143" y="1904186"/>
        <a:ext cx="1805227" cy="1056832"/>
      </dsp:txXfrm>
    </dsp:sp>
    <dsp:sp modelId="{DB6B67FF-3B41-473D-8ABB-C9A5F7F052D3}">
      <dsp:nvSpPr>
        <dsp:cNvPr id="0" name=""/>
        <dsp:cNvSpPr/>
      </dsp:nvSpPr>
      <dsp:spPr>
        <a:xfrm rot="10800000">
          <a:off x="2764967" y="2200600"/>
          <a:ext cx="396649" cy="4640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2883962" y="2293401"/>
        <a:ext cx="277654" cy="278402"/>
      </dsp:txXfrm>
    </dsp:sp>
    <dsp:sp modelId="{AC726EEE-5EB0-4B56-B9E4-EBA2E46192D1}">
      <dsp:nvSpPr>
        <dsp:cNvPr id="0" name=""/>
        <dsp:cNvSpPr/>
      </dsp:nvSpPr>
      <dsp:spPr>
        <a:xfrm>
          <a:off x="706881" y="1871306"/>
          <a:ext cx="1870987" cy="1122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Разработка серверной части приложения</a:t>
          </a:r>
        </a:p>
      </dsp:txBody>
      <dsp:txXfrm>
        <a:off x="739761" y="1904186"/>
        <a:ext cx="1805227" cy="1056832"/>
      </dsp:txXfrm>
    </dsp:sp>
    <dsp:sp modelId="{CEF46543-3C1F-4A41-9B87-EFD2FCB11722}">
      <dsp:nvSpPr>
        <dsp:cNvPr id="0" name=""/>
        <dsp:cNvSpPr/>
      </dsp:nvSpPr>
      <dsp:spPr>
        <a:xfrm rot="3472260">
          <a:off x="1988626" y="3125020"/>
          <a:ext cx="468577" cy="4640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2046698" y="3133393"/>
        <a:ext cx="278402" cy="329376"/>
      </dsp:txXfrm>
    </dsp:sp>
    <dsp:sp modelId="{9B45C2AD-9A21-4B74-A5E3-0FFE620BD802}">
      <dsp:nvSpPr>
        <dsp:cNvPr id="0" name=""/>
        <dsp:cNvSpPr/>
      </dsp:nvSpPr>
      <dsp:spPr>
        <a:xfrm>
          <a:off x="1882067" y="3742608"/>
          <a:ext cx="1870987" cy="1122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Тестирование веб приложения</a:t>
          </a:r>
        </a:p>
      </dsp:txBody>
      <dsp:txXfrm>
        <a:off x="1914947" y="3775488"/>
        <a:ext cx="1805227" cy="10568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B37A-779E-49D9-94A2-F9B9FCFC543A}">
      <dsp:nvSpPr>
        <dsp:cNvPr id="0" name=""/>
        <dsp:cNvSpPr/>
      </dsp:nvSpPr>
      <dsp:spPr>
        <a:xfrm>
          <a:off x="168516" y="279093"/>
          <a:ext cx="2109548" cy="659233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6521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tx2">
                  <a:lumMod val="75000"/>
                </a:schemeClr>
              </a:solidFill>
            </a:rPr>
            <a:t>Интернет</a:t>
          </a:r>
        </a:p>
      </dsp:txBody>
      <dsp:txXfrm>
        <a:off x="168516" y="279093"/>
        <a:ext cx="2109548" cy="659233"/>
      </dsp:txXfrm>
    </dsp:sp>
    <dsp:sp modelId="{27DA0242-A217-4A81-97DD-EBDAA0DE5ED6}">
      <dsp:nvSpPr>
        <dsp:cNvPr id="0" name=""/>
        <dsp:cNvSpPr/>
      </dsp:nvSpPr>
      <dsp:spPr>
        <a:xfrm>
          <a:off x="119977" y="183871"/>
          <a:ext cx="461463" cy="692195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3000" r="-3000" b="23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15F80-2A73-4E25-8651-D7A5C7808406}">
      <dsp:nvSpPr>
        <dsp:cNvPr id="0" name=""/>
        <dsp:cNvSpPr/>
      </dsp:nvSpPr>
      <dsp:spPr>
        <a:xfrm>
          <a:off x="168516" y="1108995"/>
          <a:ext cx="2109548" cy="659233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6521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tx2">
                  <a:lumMod val="75000"/>
                </a:schemeClr>
              </a:solidFill>
            </a:rPr>
            <a:t>Знакомые</a:t>
          </a:r>
        </a:p>
      </dsp:txBody>
      <dsp:txXfrm>
        <a:off x="168516" y="1108995"/>
        <a:ext cx="2109548" cy="659233"/>
      </dsp:txXfrm>
    </dsp:sp>
    <dsp:sp modelId="{6335DE5E-4ADF-4D42-AF37-EFB4732A8F74}">
      <dsp:nvSpPr>
        <dsp:cNvPr id="0" name=""/>
        <dsp:cNvSpPr/>
      </dsp:nvSpPr>
      <dsp:spPr>
        <a:xfrm>
          <a:off x="133096" y="1013773"/>
          <a:ext cx="461463" cy="692195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0000" r="-13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1A101-A01A-448C-83C0-E397791FC119}">
      <dsp:nvSpPr>
        <dsp:cNvPr id="0" name=""/>
        <dsp:cNvSpPr/>
      </dsp:nvSpPr>
      <dsp:spPr>
        <a:xfrm>
          <a:off x="168516" y="1938897"/>
          <a:ext cx="2109548" cy="659233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6521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tx2">
                  <a:lumMod val="75000"/>
                </a:schemeClr>
              </a:solidFill>
            </a:rPr>
            <a:t>Школьная почта</a:t>
          </a:r>
        </a:p>
      </dsp:txBody>
      <dsp:txXfrm>
        <a:off x="168516" y="1938897"/>
        <a:ext cx="2109548" cy="659233"/>
      </dsp:txXfrm>
    </dsp:sp>
    <dsp:sp modelId="{89C09BB5-7272-4077-A346-AA10719BDD29}">
      <dsp:nvSpPr>
        <dsp:cNvPr id="0" name=""/>
        <dsp:cNvSpPr/>
      </dsp:nvSpPr>
      <dsp:spPr>
        <a:xfrm>
          <a:off x="110277" y="1790044"/>
          <a:ext cx="461463" cy="692195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4000" t="11000" r="-2000" b="2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B37A-779E-49D9-94A2-F9B9FCFC543A}">
      <dsp:nvSpPr>
        <dsp:cNvPr id="0" name=""/>
        <dsp:cNvSpPr/>
      </dsp:nvSpPr>
      <dsp:spPr>
        <a:xfrm>
          <a:off x="374609" y="323405"/>
          <a:ext cx="4481957" cy="1066669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2491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tx2">
                  <a:lumMod val="75000"/>
                </a:schemeClr>
              </a:solidFill>
            </a:rPr>
            <a:t>Определение типа слоев,  их кол-ва и кол-ва нейронов в каждом слое</a:t>
          </a:r>
        </a:p>
      </dsp:txBody>
      <dsp:txXfrm>
        <a:off x="374609" y="323405"/>
        <a:ext cx="4481957" cy="1066669"/>
      </dsp:txXfrm>
    </dsp:sp>
    <dsp:sp modelId="{27DA0242-A217-4A81-97DD-EBDAA0DE5ED6}">
      <dsp:nvSpPr>
        <dsp:cNvPr id="0" name=""/>
        <dsp:cNvSpPr/>
      </dsp:nvSpPr>
      <dsp:spPr>
        <a:xfrm>
          <a:off x="126993" y="127129"/>
          <a:ext cx="746668" cy="1120002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3000" r="-3000" b="23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15F80-2A73-4E25-8651-D7A5C7808406}">
      <dsp:nvSpPr>
        <dsp:cNvPr id="0" name=""/>
        <dsp:cNvSpPr/>
      </dsp:nvSpPr>
      <dsp:spPr>
        <a:xfrm>
          <a:off x="374609" y="1666223"/>
          <a:ext cx="4481957" cy="1066669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2491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tx2">
                  <a:lumMod val="75000"/>
                </a:schemeClr>
              </a:solidFill>
            </a:rPr>
            <a:t>Выбор функции активации</a:t>
          </a:r>
        </a:p>
      </dsp:txBody>
      <dsp:txXfrm>
        <a:off x="374609" y="1666223"/>
        <a:ext cx="4481957" cy="1066669"/>
      </dsp:txXfrm>
    </dsp:sp>
    <dsp:sp modelId="{6335DE5E-4ADF-4D42-AF37-EFB4732A8F74}">
      <dsp:nvSpPr>
        <dsp:cNvPr id="0" name=""/>
        <dsp:cNvSpPr/>
      </dsp:nvSpPr>
      <dsp:spPr>
        <a:xfrm>
          <a:off x="148221" y="1177481"/>
          <a:ext cx="746668" cy="1120002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3000" t="12000" r="-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1A101-A01A-448C-83C0-E397791FC119}">
      <dsp:nvSpPr>
        <dsp:cNvPr id="0" name=""/>
        <dsp:cNvSpPr/>
      </dsp:nvSpPr>
      <dsp:spPr>
        <a:xfrm>
          <a:off x="374609" y="3009042"/>
          <a:ext cx="4481957" cy="1066669"/>
        </a:xfrm>
        <a:prstGeom prst="rect">
          <a:avLst/>
        </a:prstGeom>
        <a:solidFill>
          <a:schemeClr val="accent5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2491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tx2">
                  <a:lumMod val="75000"/>
                </a:schemeClr>
              </a:solidFill>
            </a:rPr>
            <a:t>Определение вспомогательных слоев</a:t>
          </a:r>
        </a:p>
      </dsp:txBody>
      <dsp:txXfrm>
        <a:off x="374609" y="3009042"/>
        <a:ext cx="4481957" cy="1066669"/>
      </dsp:txXfrm>
    </dsp:sp>
    <dsp:sp modelId="{89C09BB5-7272-4077-A346-AA10719BDD29}">
      <dsp:nvSpPr>
        <dsp:cNvPr id="0" name=""/>
        <dsp:cNvSpPr/>
      </dsp:nvSpPr>
      <dsp:spPr>
        <a:xfrm>
          <a:off x="111298" y="2725988"/>
          <a:ext cx="746668" cy="1120002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4000" t="11000" r="-2000" b="2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AFC-741D-EB63-0786-4177E50A2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91A9F7-5B0A-14FA-78F7-E08A5F77C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A2C85A-43BB-00EA-194B-DBFF73C7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51AC9B-0838-2214-016A-38544BA6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F1B75A-05A9-35F5-0F13-611AA86E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29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4EB69-FF66-034B-8CC4-806D87D8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5242A-7335-7623-57E6-D05362520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3D414E-26E8-A232-EAA6-DD6C230E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E91F7E-478B-9E2F-E59C-DEB5CE62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4C88AF-04FE-71AB-8C04-07C68EEE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48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B0527-204D-3215-725A-567C9C081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5234A8-0BE5-2F93-7320-79AC90060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A204F-B444-0E2D-AE5F-1126416A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E41466-9514-5B8B-3A79-B74DF484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05A6D1-D9F0-E0E2-1981-5BCE1E8B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3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FE2BA-9682-8380-D3D0-963FBB82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248F0-B2BB-867A-752D-FEA59ADD7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82E838-CBC3-C022-2876-8C88ABF80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2976DE-B6F5-5600-4404-C5349273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8220DF-28FA-BD93-3E3E-3F5152BC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DF1D49-96C4-1BB1-212F-08C2A003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2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5FC68-EA38-339D-1E98-1AE7C93E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61E7BF-69F8-193E-C9D0-DAA1C0E2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B87BC7-5499-E8BB-8EF6-4DB332C6E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8CC677-49BA-274A-2C5E-66C8F7404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AB565F-AD56-3E04-CA81-FB2CB6BC5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CB3D21-6A8E-920D-8AB6-38425861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0E36AF-D7CE-974E-412A-6FB2BA5C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FF773C2-C9F0-987E-A585-D87FC247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67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41D96-E388-8839-C95C-354F59F4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0E0A11B-B02D-7567-32E0-25CFD51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D083A3-26A6-0F37-D38F-AFB22A00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25F1BC-545B-2807-2555-962EED3E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77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C8106C1-9EAC-2249-379A-7204FE95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59EC66C-7081-AFA2-B1FF-726C6936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E7A16F-EC13-D0F1-786D-1536BF63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59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85A5B-9D81-1346-D58D-C9309D73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E944AB-6142-FC29-DD0D-60F6B12DE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01FA8F-09C0-1974-A0C6-1A2C8B411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200B43-7E43-8E8D-AF60-7CA1BA61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89D3F4-29FE-2344-7DEE-2BAA3B6A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03D2A2-E6D4-53A3-1D4E-07B722A1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E0A4E-7693-C50E-04D2-9CDA96C8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A0B1DE-D281-F23C-225E-8EF4AD103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4AC845-F510-8459-B5F3-7BA403D47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7CBCC2-D93B-B5F2-E6D7-8F25E813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AE870E-330B-967D-93A6-37206E02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EBD87A-D8BE-BFD7-E6F4-4626D77B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11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1B1EA-84C2-36BB-1764-B33199AC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1ED920-7A07-12CE-FE60-6B1388FB9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7081F8-ACC6-4131-FEDF-CD9BE483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656A77-3FA1-A032-6707-CEFA8118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9087F-789A-006C-8795-6950EAB3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0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7D2C17-CC13-482B-7E3A-F29D001E1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275E53-CFD8-100F-DE12-8815B87A2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44022-5A4A-1AC3-A0CA-340BFBBD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656740-830D-A581-9E25-7F8A72DE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E65B96-1629-EDB5-7DEE-7BAF113E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31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3DFF-5B49-8B60-6062-A45DC7B3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48F5BC-6BDB-E603-8491-9B5016B64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A00073-A69D-02FF-A6D3-E024B1950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8F3B0-4B07-478A-ADBD-B4202A2F879F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F34142-C564-6639-E5D6-66ABC70D1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F635FC-7D64-7EE4-05E5-270ADF7C1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07EF6-E073-4FB0-8520-19774E657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16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t="7000" b="-2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21F7D2-525D-D6A3-F0B9-4E9A7C74953E}"/>
              </a:ext>
            </a:extLst>
          </p:cNvPr>
          <p:cNvSpPr txBox="1"/>
          <p:nvPr/>
        </p:nvSpPr>
        <p:spPr>
          <a:xfrm>
            <a:off x="1607360" y="2562822"/>
            <a:ext cx="9183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Машинное обучение</a:t>
            </a:r>
            <a:endParaRPr lang="ru-RU"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7C968-EA4C-A9E1-D10C-890D3B8AC1E3}"/>
              </a:ext>
            </a:extLst>
          </p:cNvPr>
          <p:cNvSpPr txBox="1"/>
          <p:nvPr/>
        </p:nvSpPr>
        <p:spPr>
          <a:xfrm>
            <a:off x="7104185" y="3974332"/>
            <a:ext cx="4878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Работа учениц 6 класса «Э»</a:t>
            </a:r>
          </a:p>
          <a:p>
            <a:pPr algn="r"/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Сойчик Аливии Николаевны</a:t>
            </a:r>
          </a:p>
          <a:p>
            <a:pPr algn="r"/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и Мороз Надежды Николаевны</a:t>
            </a:r>
          </a:p>
          <a:p>
            <a:pPr algn="r"/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Руководитель проекта</a:t>
            </a:r>
          </a:p>
          <a:p>
            <a:pPr algn="r"/>
            <a:r>
              <a:rPr lang="ru-RU" sz="2400" dirty="0">
                <a:solidFill>
                  <a:schemeClr val="tx2">
                    <a:lumMod val="75000"/>
                  </a:schemeClr>
                </a:solidFill>
              </a:rPr>
              <a:t>Твердохлеб Юлия Алексеевна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798FA-EBF4-F8FC-4C2E-79212FCC0840}"/>
              </a:ext>
            </a:extLst>
          </p:cNvPr>
          <p:cNvSpPr txBox="1"/>
          <p:nvPr/>
        </p:nvSpPr>
        <p:spPr>
          <a:xfrm>
            <a:off x="1607360" y="225663"/>
            <a:ext cx="91833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ДЕПАРТАМЕНТ ОБРАЗОВАНИЯ ГОРОДА МОСКВЫ</a:t>
            </a:r>
          </a:p>
          <a:p>
            <a:pPr algn="ctr"/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</a:t>
            </a:r>
          </a:p>
          <a:p>
            <a:pPr algn="ctr"/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«ШКОЛА № 1504»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95C69-FF2E-4AA5-4A0D-B38BDBBE8839}"/>
              </a:ext>
            </a:extLst>
          </p:cNvPr>
          <p:cNvSpPr txBox="1"/>
          <p:nvPr/>
        </p:nvSpPr>
        <p:spPr>
          <a:xfrm>
            <a:off x="4103891" y="6439933"/>
            <a:ext cx="3984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Москва, 2025-2026</a:t>
            </a:r>
          </a:p>
        </p:txBody>
      </p:sp>
    </p:spTree>
    <p:extLst>
      <p:ext uri="{BB962C8B-B14F-4D97-AF65-F5344CB8AC3E}">
        <p14:creationId xmlns:p14="http://schemas.microsoft.com/office/powerpoint/2010/main" val="2999464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21000" t="-3000" r="-13000" b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CD4A3-5911-A745-7487-5E4D71D6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6C209D-392A-CFDF-9EB5-65596AFA9CCD}"/>
              </a:ext>
            </a:extLst>
          </p:cNvPr>
          <p:cNvSpPr txBox="1"/>
          <p:nvPr/>
        </p:nvSpPr>
        <p:spPr>
          <a:xfrm>
            <a:off x="1276599" y="403754"/>
            <a:ext cx="3788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проекта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CA427-9837-80D6-E20D-824EBC0F04EC}"/>
              </a:ext>
            </a:extLst>
          </p:cNvPr>
          <p:cNvSpPr txBox="1"/>
          <p:nvPr/>
        </p:nvSpPr>
        <p:spPr>
          <a:xfrm>
            <a:off x="6440902" y="5338397"/>
            <a:ext cx="3788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2C07A-7D3A-57AD-0AE0-7E481F181E94}"/>
              </a:ext>
            </a:extLst>
          </p:cNvPr>
          <p:cNvSpPr txBox="1"/>
          <p:nvPr/>
        </p:nvSpPr>
        <p:spPr>
          <a:xfrm>
            <a:off x="536954" y="4215012"/>
            <a:ext cx="41702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модели и 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</a:t>
            </a: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приложения «</a:t>
            </a: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Прогноз оценки по математике»</a:t>
            </a:r>
            <a:endParaRPr lang="ru-RU" sz="28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00A00-F659-3DE1-F12D-6B01A8624FB2}"/>
              </a:ext>
            </a:extLst>
          </p:cNvPr>
          <p:cNvSpPr txBox="1"/>
          <p:nvPr/>
        </p:nvSpPr>
        <p:spPr>
          <a:xfrm>
            <a:off x="6546737" y="399545"/>
            <a:ext cx="44341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Машинное обучение и ИИ стали незаменимыми помощниками для людей  </a:t>
            </a:r>
            <a:endParaRPr lang="ru-RU" sz="28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B96BE4-B2CF-8E49-94C8-678A96302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33" y="1111640"/>
            <a:ext cx="3018477" cy="30184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A6646D-04CC-B8F6-B011-AB7E2A7A4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014" y="2219636"/>
            <a:ext cx="4983479" cy="28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7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l="-14000" t="3000" r="21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760D7-7D44-3771-B28D-E2AC9A552B9D}"/>
              </a:ext>
            </a:extLst>
          </p:cNvPr>
          <p:cNvSpPr txBox="1"/>
          <p:nvPr/>
        </p:nvSpPr>
        <p:spPr>
          <a:xfrm>
            <a:off x="3284229" y="11109"/>
            <a:ext cx="5617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 простого к сложному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3CD59-4423-D539-F119-9DD9D77F3FF1}"/>
              </a:ext>
            </a:extLst>
          </p:cNvPr>
          <p:cNvSpPr txBox="1"/>
          <p:nvPr/>
        </p:nvSpPr>
        <p:spPr>
          <a:xfrm>
            <a:off x="134098" y="1758307"/>
            <a:ext cx="2567354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ru-RU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ru-RU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2</a:t>
            </a:r>
            <a:r>
              <a:rPr lang="en-US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ru-RU" sz="2800" b="1" dirty="0">
                <a:ln>
                  <a:noFill/>
                </a:ln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+ 3 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0D606-57D7-1201-CDE4-FB6A61BFA1ED}"/>
              </a:ext>
            </a:extLst>
          </p:cNvPr>
          <p:cNvSpPr txBox="1"/>
          <p:nvPr/>
        </p:nvSpPr>
        <p:spPr>
          <a:xfrm>
            <a:off x="284813" y="1025726"/>
            <a:ext cx="5617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</a:t>
            </a: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предсказать ответ решения линейного уравнения для заданного </a:t>
            </a: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lang="ru-RU" sz="20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5CDA150-7BE9-629A-861D-9ACBA545E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786" y="1546710"/>
            <a:ext cx="3305636" cy="181952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2A8A47B-4A6E-D8AF-B3C3-7E023758F914}"/>
              </a:ext>
            </a:extLst>
          </p:cNvPr>
          <p:cNvSpPr txBox="1"/>
          <p:nvPr/>
        </p:nvSpPr>
        <p:spPr>
          <a:xfrm>
            <a:off x="284813" y="3768620"/>
            <a:ext cx="561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Входные и выходные данные для обучения</a:t>
            </a:r>
            <a:endParaRPr lang="ru-RU" sz="20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C6B9EF-ACD7-6B29-A013-A7E033B66CC0}"/>
              </a:ext>
            </a:extLst>
          </p:cNvPr>
          <p:cNvSpPr txBox="1"/>
          <p:nvPr/>
        </p:nvSpPr>
        <p:spPr>
          <a:xfrm>
            <a:off x="6574559" y="1051570"/>
            <a:ext cx="561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Нейронная сеть</a:t>
            </a:r>
            <a:endParaRPr lang="ru-RU" sz="20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EFD034-255A-4DF4-C17B-6F93E193DB84}"/>
              </a:ext>
            </a:extLst>
          </p:cNvPr>
          <p:cNvSpPr txBox="1"/>
          <p:nvPr/>
        </p:nvSpPr>
        <p:spPr>
          <a:xfrm>
            <a:off x="9383279" y="1025726"/>
            <a:ext cx="3722077" cy="2504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buNone/>
            </a:pPr>
            <a:r>
              <a:rPr lang="ru-RU" sz="18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Слой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Dense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ru-RU" sz="18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y = </a:t>
            </a:r>
            <a:r>
              <a:rPr lang="ru-RU" sz="1800" b="1" dirty="0" err="1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Wx</a:t>
            </a:r>
            <a:r>
              <a:rPr lang="ru-RU" sz="18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+ b</a:t>
            </a:r>
            <a:endParaRPr lang="ru-RU" sz="16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algn="just">
              <a:lnSpc>
                <a:spcPct val="150000"/>
              </a:lnSpc>
              <a:buNone/>
            </a:pP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где: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y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- выходные данные 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x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- входные данные 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- матрица весов</a:t>
            </a:r>
            <a:endParaRPr lang="ru-RU" sz="1400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b 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–  массив смещений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Рисунок 27" descr="Назад со сплошной заливкой">
            <a:extLst>
              <a:ext uri="{FF2B5EF4-FFF2-40B4-BE49-F238E27FC236}">
                <a16:creationId xmlns:a16="http://schemas.microsoft.com/office/drawing/2014/main" id="{A196D87C-D04B-F777-7866-CE73E01B4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780651">
            <a:off x="849924" y="2671650"/>
            <a:ext cx="1286312" cy="685396"/>
          </a:xfrm>
          <a:prstGeom prst="rect">
            <a:avLst/>
          </a:prstGeom>
        </p:spPr>
      </p:pic>
      <p:pic>
        <p:nvPicPr>
          <p:cNvPr id="29" name="Рисунок 28" descr="Назад со сплошной заливкой">
            <a:extLst>
              <a:ext uri="{FF2B5EF4-FFF2-40B4-BE49-F238E27FC236}">
                <a16:creationId xmlns:a16="http://schemas.microsoft.com/office/drawing/2014/main" id="{8D34CBAB-86D9-F6BB-72B5-B5E26A068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181596">
            <a:off x="4315997" y="2406183"/>
            <a:ext cx="2361395" cy="68539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3DEDFCB-B2BA-8DC3-DC17-F4DAA49AD924}"/>
              </a:ext>
            </a:extLst>
          </p:cNvPr>
          <p:cNvSpPr txBox="1"/>
          <p:nvPr/>
        </p:nvSpPr>
        <p:spPr>
          <a:xfrm>
            <a:off x="7155417" y="4313784"/>
            <a:ext cx="561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нейронной сети</a:t>
            </a:r>
            <a:endParaRPr lang="ru-RU" sz="20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01F0F82-E902-9E51-91BA-7E17E5371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98" y="4190445"/>
            <a:ext cx="6454408" cy="1819529"/>
          </a:xfrm>
          <a:prstGeom prst="rect">
            <a:avLst/>
          </a:prstGeom>
        </p:spPr>
      </p:pic>
      <p:pic>
        <p:nvPicPr>
          <p:cNvPr id="32" name="Рисунок 31" descr="Назад со сплошной заливкой">
            <a:extLst>
              <a:ext uri="{FF2B5EF4-FFF2-40B4-BE49-F238E27FC236}">
                <a16:creationId xmlns:a16="http://schemas.microsoft.com/office/drawing/2014/main" id="{4627D459-9EFB-9C57-DEB0-E6F4646E6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910592">
            <a:off x="7849499" y="3557248"/>
            <a:ext cx="1147316" cy="6853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92607B1-71BB-7782-1776-65BC246223AC}"/>
              </a:ext>
            </a:extLst>
          </p:cNvPr>
          <p:cNvSpPr txBox="1"/>
          <p:nvPr/>
        </p:nvSpPr>
        <p:spPr>
          <a:xfrm>
            <a:off x="10154530" y="5661439"/>
            <a:ext cx="561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Тестирование</a:t>
            </a:r>
            <a:endParaRPr lang="ru-RU" sz="20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4" name="Рисунок 33" descr="Назад со сплошной заливкой">
            <a:extLst>
              <a:ext uri="{FF2B5EF4-FFF2-40B4-BE49-F238E27FC236}">
                <a16:creationId xmlns:a16="http://schemas.microsoft.com/office/drawing/2014/main" id="{D416B08D-86C4-E5CC-6949-69499D673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910592">
            <a:off x="10340453" y="5016360"/>
            <a:ext cx="953119" cy="68539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0B31CF2-9BF4-CF77-5407-4804ABBC2FCD}"/>
              </a:ext>
            </a:extLst>
          </p:cNvPr>
          <p:cNvSpPr txBox="1"/>
          <p:nvPr/>
        </p:nvSpPr>
        <p:spPr>
          <a:xfrm>
            <a:off x="284813" y="5816339"/>
            <a:ext cx="5617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Данные разбиваются на тренировочные и тестовые в пропорции 80% / 20%</a:t>
            </a:r>
            <a:endParaRPr lang="ru-RU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F9739D-6978-F80C-70CC-F9991E68EBF2}"/>
              </a:ext>
            </a:extLst>
          </p:cNvPr>
          <p:cNvSpPr txBox="1"/>
          <p:nvPr/>
        </p:nvSpPr>
        <p:spPr>
          <a:xfrm>
            <a:off x="7155417" y="4713894"/>
            <a:ext cx="3305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Происходит </a:t>
            </a:r>
            <a:r>
              <a:rPr lang="ru-RU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заполнеие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весов</a:t>
            </a:r>
            <a:r>
              <a:rPr lang="ru-RU" b="1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основе входных и выходных данных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DBA219-D1B2-2DD8-2529-B8F1DED4E6C4}"/>
              </a:ext>
            </a:extLst>
          </p:cNvPr>
          <p:cNvSpPr txBox="1"/>
          <p:nvPr/>
        </p:nvSpPr>
        <p:spPr>
          <a:xfrm>
            <a:off x="7610621" y="6085764"/>
            <a:ext cx="441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тестовых данных сверяется результат предсказания с меткой в тестовых данных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57F0F4FA-B5AA-A851-8687-E6D91F984F5D}"/>
              </a:ext>
            </a:extLst>
          </p:cNvPr>
          <p:cNvSpPr/>
          <p:nvPr/>
        </p:nvSpPr>
        <p:spPr>
          <a:xfrm>
            <a:off x="378781" y="430564"/>
            <a:ext cx="534573" cy="55874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31948E26-5C43-8F03-6746-DC7E1471141D}"/>
              </a:ext>
            </a:extLst>
          </p:cNvPr>
          <p:cNvSpPr/>
          <p:nvPr/>
        </p:nvSpPr>
        <p:spPr>
          <a:xfrm>
            <a:off x="1871337" y="3260035"/>
            <a:ext cx="534573" cy="55874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1338F559-62DB-337E-2F2B-F36713CE119E}"/>
              </a:ext>
            </a:extLst>
          </p:cNvPr>
          <p:cNvSpPr/>
          <p:nvPr/>
        </p:nvSpPr>
        <p:spPr>
          <a:xfrm>
            <a:off x="6002213" y="1324158"/>
            <a:ext cx="534573" cy="55874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21F0ED0A-615F-C426-1095-F2F7CFC60CE1}"/>
              </a:ext>
            </a:extLst>
          </p:cNvPr>
          <p:cNvSpPr/>
          <p:nvPr/>
        </p:nvSpPr>
        <p:spPr>
          <a:xfrm>
            <a:off x="8707740" y="3863672"/>
            <a:ext cx="534573" cy="55874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FB68DC98-3D59-B974-0555-C9402D7ECEF8}"/>
              </a:ext>
            </a:extLst>
          </p:cNvPr>
          <p:cNvSpPr/>
          <p:nvPr/>
        </p:nvSpPr>
        <p:spPr>
          <a:xfrm>
            <a:off x="11082382" y="5217984"/>
            <a:ext cx="534573" cy="55874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8040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1000"/>
            <a:lum/>
          </a:blip>
          <a:srcRect/>
          <a:stretch>
            <a:fillRect l="26000" t="9000" r="-8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13AAAD-597B-BD12-EC90-81BE22F2418F}"/>
              </a:ext>
            </a:extLst>
          </p:cNvPr>
          <p:cNvSpPr txBox="1"/>
          <p:nvPr/>
        </p:nvSpPr>
        <p:spPr>
          <a:xfrm>
            <a:off x="3123026" y="-16282"/>
            <a:ext cx="6930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Этапы разработки продукта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B4268-7B45-17B4-8D8E-626389BF631B}"/>
              </a:ext>
            </a:extLst>
          </p:cNvPr>
          <p:cNvSpPr txBox="1"/>
          <p:nvPr/>
        </p:nvSpPr>
        <p:spPr>
          <a:xfrm>
            <a:off x="502917" y="885517"/>
            <a:ext cx="4705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</a:rPr>
              <a:t>Разработка/обучение модели</a:t>
            </a:r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9155BA6-FCAE-5617-8ABC-B03436651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5756859"/>
              </p:ext>
            </p:extLst>
          </p:nvPr>
        </p:nvGraphicFramePr>
        <p:xfrm>
          <a:off x="154057" y="1541095"/>
          <a:ext cx="5403362" cy="486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605589-DFF4-552C-5718-0E2512C69FA2}"/>
              </a:ext>
            </a:extLst>
          </p:cNvPr>
          <p:cNvSpPr txBox="1"/>
          <p:nvPr/>
        </p:nvSpPr>
        <p:spPr>
          <a:xfrm>
            <a:off x="6936913" y="710098"/>
            <a:ext cx="47056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</a:rPr>
              <a:t>Разработка веб приложения для использования модели</a:t>
            </a:r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56DA60C7-4C04-3B5B-66B0-98C139DDA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3359920"/>
              </p:ext>
            </p:extLst>
          </p:nvPr>
        </p:nvGraphicFramePr>
        <p:xfrm>
          <a:off x="6337667" y="1541095"/>
          <a:ext cx="5904133" cy="4865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0190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9000"/>
            <a:lum/>
          </a:blip>
          <a:srcRect/>
          <a:stretch>
            <a:fillRect l="-18000" t="-10000" r="6000" b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851653-CDA2-CA31-A2A2-623537ACAB81}"/>
              </a:ext>
            </a:extLst>
          </p:cNvPr>
          <p:cNvSpPr txBox="1"/>
          <p:nvPr/>
        </p:nvSpPr>
        <p:spPr>
          <a:xfrm>
            <a:off x="4358773" y="-82939"/>
            <a:ext cx="10166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Данные для машинного обучения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97AEC-6EEF-54B7-79CF-256D587254F9}"/>
              </a:ext>
            </a:extLst>
          </p:cNvPr>
          <p:cNvSpPr txBox="1"/>
          <p:nvPr/>
        </p:nvSpPr>
        <p:spPr>
          <a:xfrm>
            <a:off x="328246" y="624947"/>
            <a:ext cx="251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Источники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F31713F-BDC8-01A1-E325-A4958ABAA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930040"/>
              </p:ext>
            </p:extLst>
          </p:nvPr>
        </p:nvGraphicFramePr>
        <p:xfrm>
          <a:off x="2848708" y="624947"/>
          <a:ext cx="9155725" cy="6044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0443">
                  <a:extLst>
                    <a:ext uri="{9D8B030D-6E8A-4147-A177-3AD203B41FA5}">
                      <a16:colId xmlns:a16="http://schemas.microsoft.com/office/drawing/2014/main" val="2704235490"/>
                    </a:ext>
                  </a:extLst>
                </a:gridCol>
                <a:gridCol w="8285282">
                  <a:extLst>
                    <a:ext uri="{9D8B030D-6E8A-4147-A177-3AD203B41FA5}">
                      <a16:colId xmlns:a16="http://schemas.microsoft.com/office/drawing/2014/main" val="3863353746"/>
                    </a:ext>
                  </a:extLst>
                </a:gridCol>
              </a:tblGrid>
              <a:tr h="24957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Входные данные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538534"/>
                  </a:ext>
                </a:extLst>
              </a:tr>
              <a:tr h="33999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famsize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Размер семьи. Значения: “</a:t>
                      </a:r>
                      <a:r>
                        <a:rPr lang="en-US" sz="1200" b="0">
                          <a:effectLst/>
                        </a:rPr>
                        <a:t>LE</a:t>
                      </a:r>
                      <a:r>
                        <a:rPr lang="ru-RU" sz="1200" b="0">
                          <a:effectLst/>
                        </a:rPr>
                        <a:t>3”-Трое человек или менее, "</a:t>
                      </a:r>
                      <a:r>
                        <a:rPr lang="en-US" sz="1200" b="0">
                          <a:effectLst/>
                        </a:rPr>
                        <a:t>GT</a:t>
                      </a:r>
                      <a:r>
                        <a:rPr lang="ru-RU" sz="1200" b="0">
                          <a:effectLst/>
                        </a:rPr>
                        <a:t>3"-Более трех человек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1790821871"/>
                  </a:ext>
                </a:extLst>
              </a:tr>
              <a:tr h="27053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Pstatus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Родители живут вместе или отдельно. Значения: "T"-Живут вместе, "A"-Раздельно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843079586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Medu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Уровень образования матери. Уровень образования от 0 до 4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505295267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Fedu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Уровень образования отца. Уровень образования от 0 до 4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953913104"/>
                  </a:ext>
                </a:extLst>
              </a:tr>
              <a:tr h="52787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 err="1">
                          <a:effectLst/>
                        </a:rPr>
                        <a:t>Mjob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Тип работы матери. "</a:t>
                      </a:r>
                      <a:r>
                        <a:rPr lang="ru-RU" sz="1200" b="0" dirty="0" err="1">
                          <a:effectLst/>
                        </a:rPr>
                        <a:t>teacher</a:t>
                      </a:r>
                      <a:r>
                        <a:rPr lang="ru-RU" sz="1200" b="0" dirty="0">
                          <a:effectLst/>
                        </a:rPr>
                        <a:t>"-Сфера образования, "</a:t>
                      </a:r>
                      <a:r>
                        <a:rPr lang="ru-RU" sz="1200" b="0" dirty="0" err="1">
                          <a:effectLst/>
                        </a:rPr>
                        <a:t>health</a:t>
                      </a:r>
                      <a:r>
                        <a:rPr lang="ru-RU" sz="1200" b="0" dirty="0">
                          <a:effectLst/>
                        </a:rPr>
                        <a:t>"-Сфера здравоохранения, "</a:t>
                      </a:r>
                      <a:r>
                        <a:rPr lang="ru-RU" sz="1200" b="0" dirty="0" err="1">
                          <a:effectLst/>
                        </a:rPr>
                        <a:t>services</a:t>
                      </a:r>
                      <a:r>
                        <a:rPr lang="ru-RU" sz="1200" b="0" dirty="0">
                          <a:effectLst/>
                        </a:rPr>
                        <a:t>"- Военная/гос./гражданская служба, "</a:t>
                      </a:r>
                      <a:r>
                        <a:rPr lang="ru-RU" sz="1200" b="0" dirty="0" err="1">
                          <a:effectLst/>
                        </a:rPr>
                        <a:t>at_home</a:t>
                      </a:r>
                      <a:r>
                        <a:rPr lang="ru-RU" sz="1200" b="0" dirty="0">
                          <a:effectLst/>
                        </a:rPr>
                        <a:t>"-Домохозяйство, "</a:t>
                      </a:r>
                      <a:r>
                        <a:rPr lang="ru-RU" sz="1200" b="0" dirty="0" err="1">
                          <a:effectLst/>
                        </a:rPr>
                        <a:t>other</a:t>
                      </a:r>
                      <a:r>
                        <a:rPr lang="ru-RU" sz="1200" b="0" dirty="0">
                          <a:effectLst/>
                        </a:rPr>
                        <a:t>"-Другое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4055571989"/>
                  </a:ext>
                </a:extLst>
              </a:tr>
              <a:tr h="52787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 err="1">
                          <a:effectLst/>
                        </a:rPr>
                        <a:t>Fjob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Тип работы отца. "</a:t>
                      </a:r>
                      <a:r>
                        <a:rPr lang="ru-RU" sz="1200" b="0" dirty="0" err="1">
                          <a:effectLst/>
                        </a:rPr>
                        <a:t>teacher</a:t>
                      </a:r>
                      <a:r>
                        <a:rPr lang="ru-RU" sz="1200" b="0" dirty="0">
                          <a:effectLst/>
                        </a:rPr>
                        <a:t>"-Сфера образования, "</a:t>
                      </a:r>
                      <a:r>
                        <a:rPr lang="ru-RU" sz="1200" b="0" dirty="0" err="1">
                          <a:effectLst/>
                        </a:rPr>
                        <a:t>health</a:t>
                      </a:r>
                      <a:r>
                        <a:rPr lang="ru-RU" sz="1200" b="0" dirty="0">
                          <a:effectLst/>
                        </a:rPr>
                        <a:t>"-Сфера здравоохранения, "</a:t>
                      </a:r>
                      <a:r>
                        <a:rPr lang="ru-RU" sz="1200" b="0" dirty="0" err="1">
                          <a:effectLst/>
                        </a:rPr>
                        <a:t>services</a:t>
                      </a:r>
                      <a:r>
                        <a:rPr lang="ru-RU" sz="1200" b="0" dirty="0">
                          <a:effectLst/>
                        </a:rPr>
                        <a:t>"- Военная/гос./гражданская служба, "</a:t>
                      </a:r>
                      <a:r>
                        <a:rPr lang="ru-RU" sz="1200" b="0" dirty="0" err="1">
                          <a:effectLst/>
                        </a:rPr>
                        <a:t>at_home</a:t>
                      </a:r>
                      <a:r>
                        <a:rPr lang="ru-RU" sz="1200" b="0" dirty="0">
                          <a:effectLst/>
                        </a:rPr>
                        <a:t>"-Домохозяйство, "</a:t>
                      </a:r>
                      <a:r>
                        <a:rPr lang="ru-RU" sz="1200" b="0" dirty="0" err="1">
                          <a:effectLst/>
                        </a:rPr>
                        <a:t>other</a:t>
                      </a:r>
                      <a:r>
                        <a:rPr lang="ru-RU" sz="1200" b="0" dirty="0">
                          <a:effectLst/>
                        </a:rPr>
                        <a:t>"-Другое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2526496687"/>
                  </a:ext>
                </a:extLst>
              </a:tr>
              <a:tr h="35680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guardian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Помогает в учебе (наставник). "mother"-Мама, "father"- Папа, "other"-Другой наставник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038049568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 err="1">
                          <a:effectLst/>
                        </a:rPr>
                        <a:t>studytime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Занимаетесь математикой (часов в неделю). "1"-Менее 2 часов, "2"-От 2 до 5 часов, "3"- От 5 до 10 часов, "4"-Более 10 часов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872972435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schoolsup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Дополнительная образовательная поддержка. 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117644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famsup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Помогают ли члены семьи Вам с математикой. 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620039584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paid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Доп. платные занятия по математике."yes"-Да,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4134932182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activities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Участвуете ли во внеклассных мероприятиях."yes"-Да,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1573478372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nursery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Посещали ли до школы детский сад."yes"-Да,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979173761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higher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Планируете ли получать высшее образование."yes"-Да,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2968559980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internet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Есть ли дома доступ в интернет."yes"-Да, "no"-Нет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1776576727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freetime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Свободное время после школы. "1"-Совсем нет,"2"-Есть немного,"3"-Бывает мало, бывает много,"4"-Много,"5"-Очень много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2354882851"/>
                  </a:ext>
                </a:extLst>
              </a:tr>
              <a:tr h="52787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>
                          <a:effectLst/>
                        </a:rPr>
                        <a:t>health</a:t>
                      </a:r>
                      <a:endParaRPr lang="ru-RU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Текущее состояние здоровья. "1"-Очень плохое, "2-Плохое, "3"-Среднее, "4"-Здоров(а), но есть малые нюансы, "5"-Полносью здоров(а), ничего не беспокоит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3924469916"/>
                  </a:ext>
                </a:extLst>
              </a:tr>
              <a:tr h="24957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Метка (Выходные данные)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821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 err="1">
                          <a:effectLst/>
                        </a:rPr>
                        <a:t>OutMarker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1200" b="0" dirty="0">
                          <a:effectLst/>
                        </a:rPr>
                        <a:t>Успеваемость по математике. Оценка от 2 до 5</a:t>
                      </a:r>
                      <a:endParaRPr lang="ru-RU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193" marR="36193" marT="0" marB="0" anchor="ctr"/>
                </a:tc>
                <a:extLst>
                  <a:ext uri="{0D108BD9-81ED-4DB2-BD59-A6C34878D82A}">
                    <a16:rowId xmlns:a16="http://schemas.microsoft.com/office/drawing/2014/main" val="1789710911"/>
                  </a:ext>
                </a:extLst>
              </a:tr>
            </a:tbl>
          </a:graphicData>
        </a:graphic>
      </p:graphicFrame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8014E63F-8C61-E3FA-819F-6E44C7321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336859"/>
              </p:ext>
            </p:extLst>
          </p:nvPr>
        </p:nvGraphicFramePr>
        <p:xfrm>
          <a:off x="187567" y="1086612"/>
          <a:ext cx="2358684" cy="278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634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C294AA-67AF-BB88-2E96-B8DF88717EC0}"/>
              </a:ext>
            </a:extLst>
          </p:cNvPr>
          <p:cNvSpPr txBox="1"/>
          <p:nvPr/>
        </p:nvSpPr>
        <p:spPr>
          <a:xfrm>
            <a:off x="6599753" y="446944"/>
            <a:ext cx="109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модели ИИ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E75B4B48-8128-EE29-B635-A117045BB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13" y="235928"/>
            <a:ext cx="4887829" cy="6858000"/>
          </a:xfrm>
          <a:prstGeom prst="rect">
            <a:avLst/>
          </a:prstGeom>
        </p:spPr>
      </p:pic>
      <p:graphicFrame>
        <p:nvGraphicFramePr>
          <p:cNvPr id="176" name="Схема 175">
            <a:extLst>
              <a:ext uri="{FF2B5EF4-FFF2-40B4-BE49-F238E27FC236}">
                <a16:creationId xmlns:a16="http://schemas.microsoft.com/office/drawing/2014/main" id="{CF9EA405-47A9-FC3D-195E-7F041F4F3D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732912"/>
              </p:ext>
            </p:extLst>
          </p:nvPr>
        </p:nvGraphicFramePr>
        <p:xfrm>
          <a:off x="6599753" y="1452371"/>
          <a:ext cx="5231176" cy="424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5898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 l="-11000" t="4000" r="14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DFD99B-C034-4BBE-CC1F-033DBB8B1638}"/>
              </a:ext>
            </a:extLst>
          </p:cNvPr>
          <p:cNvSpPr txBox="1"/>
          <p:nvPr/>
        </p:nvSpPr>
        <p:spPr>
          <a:xfrm>
            <a:off x="473516" y="234604"/>
            <a:ext cx="4839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</a:t>
            </a: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приложение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ECA32-8D35-11BC-2CCB-5091430A814E}"/>
              </a:ext>
            </a:extLst>
          </p:cNvPr>
          <p:cNvSpPr txBox="1"/>
          <p:nvPr/>
        </p:nvSpPr>
        <p:spPr>
          <a:xfrm>
            <a:off x="255807" y="2107000"/>
            <a:ext cx="4400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https://ml-project.publicvm.com/</a:t>
            </a:r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8FA9D-E519-77C2-2244-D1A3D04320CA}"/>
              </a:ext>
            </a:extLst>
          </p:cNvPr>
          <p:cNvSpPr txBox="1"/>
          <p:nvPr/>
        </p:nvSpPr>
        <p:spPr>
          <a:xfrm>
            <a:off x="255807" y="1522225"/>
            <a:ext cx="4839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URL:</a:t>
            </a:r>
            <a:endParaRPr lang="ru-RU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F1853F-B884-80E9-BDFD-97D0ED577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07" y="2568665"/>
            <a:ext cx="2909424" cy="290942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1EA38C-2528-BF21-D374-B414285AC2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5"/>
          <a:stretch>
            <a:fillRect/>
          </a:stretch>
        </p:blipFill>
        <p:spPr bwMode="auto">
          <a:xfrm>
            <a:off x="5994815" y="381071"/>
            <a:ext cx="5723669" cy="6095858"/>
          </a:xfrm>
          <a:prstGeom prst="rect">
            <a:avLst/>
          </a:prstGeom>
          <a:ln w="15875">
            <a:solidFill>
              <a:schemeClr val="bg2">
                <a:lumMod val="7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6491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 l="22000" t="12000" r="-10000" b="-2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04928-C0E3-2CAF-4005-CB3D366AD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ABC8DE-81A0-116C-CAB5-E85720748348}"/>
              </a:ext>
            </a:extLst>
          </p:cNvPr>
          <p:cNvSpPr txBox="1"/>
          <p:nvPr/>
        </p:nvSpPr>
        <p:spPr>
          <a:xfrm>
            <a:off x="7279105" y="106583"/>
            <a:ext cx="4356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</a:t>
            </a: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приложение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777A5A-AA1A-E270-7EE0-037AA2A0B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86" y="233242"/>
            <a:ext cx="5656214" cy="6391516"/>
          </a:xfrm>
          <a:prstGeom prst="rect">
            <a:avLst/>
          </a:prstGeom>
          <a:ln w="15875">
            <a:solidFill>
              <a:schemeClr val="bg2">
                <a:lumMod val="75000"/>
              </a:schemeClr>
            </a:solidFill>
          </a:ln>
        </p:spPr>
      </p:pic>
      <p:pic>
        <p:nvPicPr>
          <p:cNvPr id="4" name="Рисунок 3" descr="Назад со сплошной заливкой">
            <a:extLst>
              <a:ext uri="{FF2B5EF4-FFF2-40B4-BE49-F238E27FC236}">
                <a16:creationId xmlns:a16="http://schemas.microsoft.com/office/drawing/2014/main" id="{0D41CF0F-4268-BF3C-B3A3-A80D564C3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04383">
            <a:off x="5245128" y="5136819"/>
            <a:ext cx="2360326" cy="68539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20F442-F9FC-D453-C0E4-B9A9A9831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119" y="978427"/>
            <a:ext cx="3701743" cy="5646331"/>
          </a:xfrm>
          <a:prstGeom prst="rect">
            <a:avLst/>
          </a:prstGeom>
          <a:ln w="158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8217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91581-F5BE-B274-98B5-046F2029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47DE1A-5D6B-E8F7-A2AE-85773C571CC7}"/>
              </a:ext>
            </a:extLst>
          </p:cNvPr>
          <p:cNvSpPr txBox="1"/>
          <p:nvPr/>
        </p:nvSpPr>
        <p:spPr>
          <a:xfrm>
            <a:off x="973373" y="210276"/>
            <a:ext cx="78290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  <a:endParaRPr lang="ru-RU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 descr="Ноутбук в подарок ребенку: какой купить настольный ПК качественный и  недорогой - Педагогический портал «О детстве»">
            <a:extLst>
              <a:ext uri="{FF2B5EF4-FFF2-40B4-BE49-F238E27FC236}">
                <a16:creationId xmlns:a16="http://schemas.microsoft.com/office/drawing/2014/main" id="{221DA824-A017-86C0-A3F0-860479CBE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73" y="1099749"/>
            <a:ext cx="4171121" cy="278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B24AA4-F235-51D0-063D-0BB89064E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33588"/>
            <a:ext cx="4658936" cy="247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B3A4A6-5BC3-B72C-72C1-14C992EF1950}"/>
              </a:ext>
            </a:extLst>
          </p:cNvPr>
          <p:cNvSpPr txBox="1"/>
          <p:nvPr/>
        </p:nvSpPr>
        <p:spPr>
          <a:xfrm>
            <a:off x="973373" y="4132377"/>
            <a:ext cx="43699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протяжении всего проекта мы узнали много нового про машинное обучение. Навыки сбора данных для машинного обучения и написания моделей ИИ могут пригодится для решения более сложных задач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539E3-5342-2823-0FF3-1B38746669BB}"/>
              </a:ext>
            </a:extLst>
          </p:cNvPr>
          <p:cNvSpPr txBox="1"/>
          <p:nvPr/>
        </p:nvSpPr>
        <p:spPr>
          <a:xfrm>
            <a:off x="6096000" y="2228671"/>
            <a:ext cx="4328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процессе тестирования были выявлены моменты, которые можно улучшить в следующих версиях.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70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1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D3152-31D0-1DED-D8ED-5BA5FCFE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93AA1A-DB38-6062-B10C-28696AFBF1EE}"/>
              </a:ext>
            </a:extLst>
          </p:cNvPr>
          <p:cNvSpPr txBox="1"/>
          <p:nvPr/>
        </p:nvSpPr>
        <p:spPr>
          <a:xfrm>
            <a:off x="2138288" y="1225849"/>
            <a:ext cx="82577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Спасибо за внимание!</a:t>
            </a:r>
            <a:endParaRPr lang="ru-RU" sz="6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6512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736</Words>
  <Application>Microsoft Office PowerPoint</Application>
  <PresentationFormat>Широкоэкранный</PresentationFormat>
  <Paragraphs>103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Aly</dc:creator>
  <cp:lastModifiedBy>Alivia</cp:lastModifiedBy>
  <cp:revision>71</cp:revision>
  <dcterms:created xsi:type="dcterms:W3CDTF">2025-01-14T13:39:54Z</dcterms:created>
  <dcterms:modified xsi:type="dcterms:W3CDTF">2026-01-15T02:16:55Z</dcterms:modified>
</cp:coreProperties>
</file>